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73" r:id="rId3"/>
    <p:sldId id="257" r:id="rId4"/>
    <p:sldId id="258" r:id="rId5"/>
    <p:sldId id="259" r:id="rId6"/>
    <p:sldId id="27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2" r:id="rId19"/>
    <p:sldId id="280" r:id="rId20"/>
    <p:sldId id="274" r:id="rId21"/>
    <p:sldId id="276" r:id="rId22"/>
    <p:sldId id="277" r:id="rId23"/>
    <p:sldId id="271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91"/>
    <p:restoredTop sz="94206"/>
  </p:normalViewPr>
  <p:slideViewPr>
    <p:cSldViewPr snapToGrid="0" snapToObjects="1">
      <p:cViewPr varScale="1">
        <p:scale>
          <a:sx n="155" d="100"/>
          <a:sy n="155" d="100"/>
        </p:scale>
        <p:origin x="528" y="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 Fanxin" userId="1c62a4babfe04bac" providerId="LiveId" clId="{61FD21A4-4538-43E8-8027-11EFA7DA418E}"/>
    <pc:docChg chg="undo redo custSel addSld delSld modSld sldOrd">
      <pc:chgData name="Li Fanxin" userId="1c62a4babfe04bac" providerId="LiveId" clId="{61FD21A4-4538-43E8-8027-11EFA7DA418E}" dt="2021-12-24T08:59:00.913" v="4259"/>
      <pc:docMkLst>
        <pc:docMk/>
      </pc:docMkLst>
      <pc:sldChg chg="delSp add del setBg delDesignElem">
        <pc:chgData name="Li Fanxin" userId="1c62a4babfe04bac" providerId="LiveId" clId="{61FD21A4-4538-43E8-8027-11EFA7DA418E}" dt="2021-12-24T08:38:42.476" v="4050"/>
        <pc:sldMkLst>
          <pc:docMk/>
          <pc:sldMk cId="4137255789" sldId="256"/>
        </pc:sldMkLst>
        <pc:spChg chg="del">
          <ac:chgData name="Li Fanxin" userId="1c62a4babfe04bac" providerId="LiveId" clId="{61FD21A4-4538-43E8-8027-11EFA7DA418E}" dt="2021-12-24T08:38:42.476" v="4050"/>
          <ac:spMkLst>
            <pc:docMk/>
            <pc:sldMk cId="4137255789" sldId="256"/>
            <ac:spMk id="9" creationId="{3C54F4CE-85F0-46ED-80DA-9518C9251AD1}"/>
          </ac:spMkLst>
        </pc:spChg>
        <pc:spChg chg="del">
          <ac:chgData name="Li Fanxin" userId="1c62a4babfe04bac" providerId="LiveId" clId="{61FD21A4-4538-43E8-8027-11EFA7DA418E}" dt="2021-12-24T08:38:42.476" v="4050"/>
          <ac:spMkLst>
            <pc:docMk/>
            <pc:sldMk cId="4137255789" sldId="256"/>
            <ac:spMk id="11" creationId="{F778EC6E-B783-44A8-9FF7-FEF1EE6DC000}"/>
          </ac:spMkLst>
        </pc:spChg>
      </pc:sldChg>
      <pc:sldChg chg="add del">
        <pc:chgData name="Li Fanxin" userId="1c62a4babfe04bac" providerId="LiveId" clId="{61FD21A4-4538-43E8-8027-11EFA7DA418E}" dt="2021-12-24T08:38:42.476" v="4050"/>
        <pc:sldMkLst>
          <pc:docMk/>
          <pc:sldMk cId="1318870256" sldId="257"/>
        </pc:sldMkLst>
      </pc:sldChg>
      <pc:sldChg chg="add del">
        <pc:chgData name="Li Fanxin" userId="1c62a4babfe04bac" providerId="LiveId" clId="{61FD21A4-4538-43E8-8027-11EFA7DA418E}" dt="2021-12-24T08:38:42.476" v="4050"/>
        <pc:sldMkLst>
          <pc:docMk/>
          <pc:sldMk cId="3013959443" sldId="258"/>
        </pc:sldMkLst>
      </pc:sldChg>
      <pc:sldChg chg="addSp delSp modSp add del mod">
        <pc:chgData name="Li Fanxin" userId="1c62a4babfe04bac" providerId="LiveId" clId="{61FD21A4-4538-43E8-8027-11EFA7DA418E}" dt="2021-12-24T08:38:42.476" v="4050"/>
        <pc:sldMkLst>
          <pc:docMk/>
          <pc:sldMk cId="2108460722" sldId="259"/>
        </pc:sldMkLst>
        <pc:spChg chg="mod">
          <ac:chgData name="Li Fanxin" userId="1c62a4babfe04bac" providerId="LiveId" clId="{61FD21A4-4538-43E8-8027-11EFA7DA418E}" dt="2021-12-23T04:44:12.187" v="867" actId="1076"/>
          <ac:spMkLst>
            <pc:docMk/>
            <pc:sldMk cId="2108460722" sldId="259"/>
            <ac:spMk id="2" creationId="{E40EB5F7-C099-C245-AF92-B670E0910371}"/>
          </ac:spMkLst>
        </pc:spChg>
        <pc:spChg chg="mod">
          <ac:chgData name="Li Fanxin" userId="1c62a4babfe04bac" providerId="LiveId" clId="{61FD21A4-4538-43E8-8027-11EFA7DA418E}" dt="2021-12-23T13:22:22.051" v="3980" actId="1037"/>
          <ac:spMkLst>
            <pc:docMk/>
            <pc:sldMk cId="2108460722" sldId="259"/>
            <ac:spMk id="3" creationId="{088851D8-D635-CE4E-AF1C-C645FBCC2761}"/>
          </ac:spMkLst>
        </pc:spChg>
        <pc:graphicFrameChg chg="add mod modGraphic">
          <ac:chgData name="Li Fanxin" userId="1c62a4babfe04bac" providerId="LiveId" clId="{61FD21A4-4538-43E8-8027-11EFA7DA418E}" dt="2021-12-23T05:45:25.996" v="1207" actId="20577"/>
          <ac:graphicFrameMkLst>
            <pc:docMk/>
            <pc:sldMk cId="2108460722" sldId="259"/>
            <ac:graphicFrameMk id="6" creationId="{17FF6223-6BB4-4B5F-A081-4588499EB1BC}"/>
          </ac:graphicFrameMkLst>
        </pc:graphicFrameChg>
        <pc:picChg chg="del mod">
          <ac:chgData name="Li Fanxin" userId="1c62a4babfe04bac" providerId="LiveId" clId="{61FD21A4-4538-43E8-8027-11EFA7DA418E}" dt="2021-12-23T04:33:55.978" v="732" actId="478"/>
          <ac:picMkLst>
            <pc:docMk/>
            <pc:sldMk cId="2108460722" sldId="259"/>
            <ac:picMk id="5" creationId="{37484395-7279-2746-93A7-AFAA4889EE82}"/>
          </ac:picMkLst>
        </pc:picChg>
        <pc:picChg chg="add del mod">
          <ac:chgData name="Li Fanxin" userId="1c62a4babfe04bac" providerId="LiveId" clId="{61FD21A4-4538-43E8-8027-11EFA7DA418E}" dt="2021-12-23T13:22:37.287" v="3986" actId="931"/>
          <ac:picMkLst>
            <pc:docMk/>
            <pc:sldMk cId="2108460722" sldId="259"/>
            <ac:picMk id="7" creationId="{A1DC8321-AA93-446C-9D2A-A49A0BECC50E}"/>
          </ac:picMkLst>
        </pc:picChg>
        <pc:picChg chg="add del mod">
          <ac:chgData name="Li Fanxin" userId="1c62a4babfe04bac" providerId="LiveId" clId="{61FD21A4-4538-43E8-8027-11EFA7DA418E}" dt="2021-12-23T13:23:19.067" v="3988" actId="478"/>
          <ac:picMkLst>
            <pc:docMk/>
            <pc:sldMk cId="2108460722" sldId="259"/>
            <ac:picMk id="8" creationId="{6984D627-C6C5-4258-A8E2-653566A28CC3}"/>
          </ac:picMkLst>
        </pc:picChg>
        <pc:picChg chg="add mod">
          <ac:chgData name="Li Fanxin" userId="1c62a4babfe04bac" providerId="LiveId" clId="{61FD21A4-4538-43E8-8027-11EFA7DA418E}" dt="2021-12-23T13:23:39.078" v="3993" actId="14100"/>
          <ac:picMkLst>
            <pc:docMk/>
            <pc:sldMk cId="2108460722" sldId="259"/>
            <ac:picMk id="10" creationId="{C4D12463-8D4C-4287-B014-AB519B42928A}"/>
          </ac:picMkLst>
        </pc:picChg>
      </pc:sldChg>
      <pc:sldChg chg="add del">
        <pc:chgData name="Li Fanxin" userId="1c62a4babfe04bac" providerId="LiveId" clId="{61FD21A4-4538-43E8-8027-11EFA7DA418E}" dt="2021-12-24T08:38:42.476" v="4050"/>
        <pc:sldMkLst>
          <pc:docMk/>
          <pc:sldMk cId="83439066" sldId="260"/>
        </pc:sldMkLst>
      </pc:sldChg>
      <pc:sldChg chg="modSp add del mod">
        <pc:chgData name="Li Fanxin" userId="1c62a4babfe04bac" providerId="LiveId" clId="{61FD21A4-4538-43E8-8027-11EFA7DA418E}" dt="2021-12-24T08:38:42.476" v="4050"/>
        <pc:sldMkLst>
          <pc:docMk/>
          <pc:sldMk cId="3001794298" sldId="261"/>
        </pc:sldMkLst>
        <pc:spChg chg="mod">
          <ac:chgData name="Li Fanxin" userId="1c62a4babfe04bac" providerId="LiveId" clId="{61FD21A4-4538-43E8-8027-11EFA7DA418E}" dt="2021-12-23T13:25:24.494" v="4011" actId="20577"/>
          <ac:spMkLst>
            <pc:docMk/>
            <pc:sldMk cId="3001794298" sldId="261"/>
            <ac:spMk id="3" creationId="{DCF810C6-E647-464E-BFD1-6CBC3B592BDB}"/>
          </ac:spMkLst>
        </pc:spChg>
      </pc:sldChg>
      <pc:sldChg chg="add del">
        <pc:chgData name="Li Fanxin" userId="1c62a4babfe04bac" providerId="LiveId" clId="{61FD21A4-4538-43E8-8027-11EFA7DA418E}" dt="2021-12-24T08:38:42.476" v="4050"/>
        <pc:sldMkLst>
          <pc:docMk/>
          <pc:sldMk cId="1652230756" sldId="262"/>
        </pc:sldMkLst>
      </pc:sldChg>
      <pc:sldChg chg="add del">
        <pc:chgData name="Li Fanxin" userId="1c62a4babfe04bac" providerId="LiveId" clId="{61FD21A4-4538-43E8-8027-11EFA7DA418E}" dt="2021-12-24T08:38:42.476" v="4050"/>
        <pc:sldMkLst>
          <pc:docMk/>
          <pc:sldMk cId="3953970374" sldId="263"/>
        </pc:sldMkLst>
      </pc:sldChg>
      <pc:sldChg chg="add del">
        <pc:chgData name="Li Fanxin" userId="1c62a4babfe04bac" providerId="LiveId" clId="{61FD21A4-4538-43E8-8027-11EFA7DA418E}" dt="2021-12-24T08:38:42.476" v="4050"/>
        <pc:sldMkLst>
          <pc:docMk/>
          <pc:sldMk cId="1646424953" sldId="264"/>
        </pc:sldMkLst>
      </pc:sldChg>
      <pc:sldChg chg="add del">
        <pc:chgData name="Li Fanxin" userId="1c62a4babfe04bac" providerId="LiveId" clId="{61FD21A4-4538-43E8-8027-11EFA7DA418E}" dt="2021-12-24T08:38:42.476" v="4050"/>
        <pc:sldMkLst>
          <pc:docMk/>
          <pc:sldMk cId="3476736544" sldId="265"/>
        </pc:sldMkLst>
      </pc:sldChg>
      <pc:sldChg chg="add del">
        <pc:chgData name="Li Fanxin" userId="1c62a4babfe04bac" providerId="LiveId" clId="{61FD21A4-4538-43E8-8027-11EFA7DA418E}" dt="2021-12-24T08:38:42.476" v="4050"/>
        <pc:sldMkLst>
          <pc:docMk/>
          <pc:sldMk cId="1982918900" sldId="266"/>
        </pc:sldMkLst>
      </pc:sldChg>
      <pc:sldChg chg="add del">
        <pc:chgData name="Li Fanxin" userId="1c62a4babfe04bac" providerId="LiveId" clId="{61FD21A4-4538-43E8-8027-11EFA7DA418E}" dt="2021-12-24T08:38:42.476" v="4050"/>
        <pc:sldMkLst>
          <pc:docMk/>
          <pc:sldMk cId="3133228573" sldId="267"/>
        </pc:sldMkLst>
      </pc:sldChg>
      <pc:sldChg chg="addSp delSp modSp add del mod delAnim modAnim">
        <pc:chgData name="Li Fanxin" userId="1c62a4babfe04bac" providerId="LiveId" clId="{61FD21A4-4538-43E8-8027-11EFA7DA418E}" dt="2021-12-24T08:38:42.476" v="4050"/>
        <pc:sldMkLst>
          <pc:docMk/>
          <pc:sldMk cId="624774074" sldId="268"/>
        </pc:sldMkLst>
        <pc:spChg chg="add mod">
          <ac:chgData name="Li Fanxin" userId="1c62a4babfe04bac" providerId="LiveId" clId="{61FD21A4-4538-43E8-8027-11EFA7DA418E}" dt="2021-12-23T07:25:08.288" v="2368" actId="1036"/>
          <ac:spMkLst>
            <pc:docMk/>
            <pc:sldMk cId="624774074" sldId="268"/>
            <ac:spMk id="8" creationId="{2D721E68-01D5-464F-8A18-50A0E61DA189}"/>
          </ac:spMkLst>
        </pc:spChg>
        <pc:spChg chg="add mod">
          <ac:chgData name="Li Fanxin" userId="1c62a4babfe04bac" providerId="LiveId" clId="{61FD21A4-4538-43E8-8027-11EFA7DA418E}" dt="2021-12-23T07:25:08.288" v="2368" actId="1036"/>
          <ac:spMkLst>
            <pc:docMk/>
            <pc:sldMk cId="624774074" sldId="268"/>
            <ac:spMk id="9" creationId="{BCAE762C-7311-4A06-8B6E-FEBE89344001}"/>
          </ac:spMkLst>
        </pc:spChg>
        <pc:spChg chg="add mod">
          <ac:chgData name="Li Fanxin" userId="1c62a4babfe04bac" providerId="LiveId" clId="{61FD21A4-4538-43E8-8027-11EFA7DA418E}" dt="2021-12-23T07:25:08.288" v="2368" actId="1036"/>
          <ac:spMkLst>
            <pc:docMk/>
            <pc:sldMk cId="624774074" sldId="268"/>
            <ac:spMk id="10" creationId="{D1B3F114-A66E-4384-B80F-ED1586067F0A}"/>
          </ac:spMkLst>
        </pc:spChg>
        <pc:spChg chg="mod">
          <ac:chgData name="Li Fanxin" userId="1c62a4babfe04bac" providerId="LiveId" clId="{61FD21A4-4538-43E8-8027-11EFA7DA418E}" dt="2021-12-23T07:27:11.480" v="2389" actId="20577"/>
          <ac:spMkLst>
            <pc:docMk/>
            <pc:sldMk cId="624774074" sldId="268"/>
            <ac:spMk id="11" creationId="{031163A9-27B9-3643-A793-01CD2C4A3673}"/>
          </ac:spMkLst>
        </pc:spChg>
        <pc:spChg chg="add mod">
          <ac:chgData name="Li Fanxin" userId="1c62a4babfe04bac" providerId="LiveId" clId="{61FD21A4-4538-43E8-8027-11EFA7DA418E}" dt="2021-12-23T07:25:08.288" v="2368" actId="1036"/>
          <ac:spMkLst>
            <pc:docMk/>
            <pc:sldMk cId="624774074" sldId="268"/>
            <ac:spMk id="12" creationId="{82925E9C-12CF-48E8-B7D4-616AC9567895}"/>
          </ac:spMkLst>
        </pc:spChg>
        <pc:spChg chg="add mod">
          <ac:chgData name="Li Fanxin" userId="1c62a4babfe04bac" providerId="LiveId" clId="{61FD21A4-4538-43E8-8027-11EFA7DA418E}" dt="2021-12-23T07:25:08.288" v="2368" actId="1036"/>
          <ac:spMkLst>
            <pc:docMk/>
            <pc:sldMk cId="624774074" sldId="268"/>
            <ac:spMk id="13" creationId="{CDA49F3D-B28B-4001-BAFE-F406D23DFE54}"/>
          </ac:spMkLst>
        </pc:spChg>
        <pc:spChg chg="add mod">
          <ac:chgData name="Li Fanxin" userId="1c62a4babfe04bac" providerId="LiveId" clId="{61FD21A4-4538-43E8-8027-11EFA7DA418E}" dt="2021-12-23T07:25:08.288" v="2368" actId="1036"/>
          <ac:spMkLst>
            <pc:docMk/>
            <pc:sldMk cId="624774074" sldId="268"/>
            <ac:spMk id="15" creationId="{A8678E6D-2B9D-4AC9-8CB2-8ADB67B948A4}"/>
          </ac:spMkLst>
        </pc:spChg>
        <pc:spChg chg="add mod">
          <ac:chgData name="Li Fanxin" userId="1c62a4babfe04bac" providerId="LiveId" clId="{61FD21A4-4538-43E8-8027-11EFA7DA418E}" dt="2021-12-23T07:25:08.288" v="2368" actId="1036"/>
          <ac:spMkLst>
            <pc:docMk/>
            <pc:sldMk cId="624774074" sldId="268"/>
            <ac:spMk id="17" creationId="{EA481D5B-3C13-4C5D-A448-14B2E6DB779B}"/>
          </ac:spMkLst>
        </pc:spChg>
        <pc:spChg chg="add mod">
          <ac:chgData name="Li Fanxin" userId="1c62a4babfe04bac" providerId="LiveId" clId="{61FD21A4-4538-43E8-8027-11EFA7DA418E}" dt="2021-12-23T07:25:08.288" v="2368" actId="1036"/>
          <ac:spMkLst>
            <pc:docMk/>
            <pc:sldMk cId="624774074" sldId="268"/>
            <ac:spMk id="19" creationId="{CF0701A6-3D02-477B-8F6F-3BFAAA66B274}"/>
          </ac:spMkLst>
        </pc:spChg>
        <pc:spChg chg="add mod">
          <ac:chgData name="Li Fanxin" userId="1c62a4babfe04bac" providerId="LiveId" clId="{61FD21A4-4538-43E8-8027-11EFA7DA418E}" dt="2021-12-23T07:25:08.288" v="2368" actId="1036"/>
          <ac:spMkLst>
            <pc:docMk/>
            <pc:sldMk cId="624774074" sldId="268"/>
            <ac:spMk id="20" creationId="{73C30011-4B81-463D-9EC1-254F68599D85}"/>
          </ac:spMkLst>
        </pc:spChg>
        <pc:spChg chg="add del mod">
          <ac:chgData name="Li Fanxin" userId="1c62a4babfe04bac" providerId="LiveId" clId="{61FD21A4-4538-43E8-8027-11EFA7DA418E}" dt="2021-12-23T07:08:30.781" v="1979" actId="478"/>
          <ac:spMkLst>
            <pc:docMk/>
            <pc:sldMk cId="624774074" sldId="268"/>
            <ac:spMk id="21" creationId="{C076A517-BB24-4490-AC63-E6E8C69CBBB1}"/>
          </ac:spMkLst>
        </pc:spChg>
        <pc:spChg chg="add mod">
          <ac:chgData name="Li Fanxin" userId="1c62a4babfe04bac" providerId="LiveId" clId="{61FD21A4-4538-43E8-8027-11EFA7DA418E}" dt="2021-12-23T07:25:08.288" v="2368" actId="1036"/>
          <ac:spMkLst>
            <pc:docMk/>
            <pc:sldMk cId="624774074" sldId="268"/>
            <ac:spMk id="22" creationId="{D81800A8-3D3B-4AE2-AAD6-BD86CC41F51D}"/>
          </ac:spMkLst>
        </pc:spChg>
        <pc:spChg chg="add mod">
          <ac:chgData name="Li Fanxin" userId="1c62a4babfe04bac" providerId="LiveId" clId="{61FD21A4-4538-43E8-8027-11EFA7DA418E}" dt="2021-12-23T07:25:08.288" v="2368" actId="1036"/>
          <ac:spMkLst>
            <pc:docMk/>
            <pc:sldMk cId="624774074" sldId="268"/>
            <ac:spMk id="23" creationId="{CB87CE5D-45D0-4219-8FF4-EA2633D4D2F1}"/>
          </ac:spMkLst>
        </pc:spChg>
        <pc:spChg chg="add mod">
          <ac:chgData name="Li Fanxin" userId="1c62a4babfe04bac" providerId="LiveId" clId="{61FD21A4-4538-43E8-8027-11EFA7DA418E}" dt="2021-12-23T07:25:08.288" v="2368" actId="1036"/>
          <ac:spMkLst>
            <pc:docMk/>
            <pc:sldMk cId="624774074" sldId="268"/>
            <ac:spMk id="24" creationId="{F7565EF9-C2A7-46A4-A984-CA3F39889870}"/>
          </ac:spMkLst>
        </pc:spChg>
        <pc:spChg chg="add mod">
          <ac:chgData name="Li Fanxin" userId="1c62a4babfe04bac" providerId="LiveId" clId="{61FD21A4-4538-43E8-8027-11EFA7DA418E}" dt="2021-12-23T07:25:08.288" v="2368" actId="1036"/>
          <ac:spMkLst>
            <pc:docMk/>
            <pc:sldMk cId="624774074" sldId="268"/>
            <ac:spMk id="25" creationId="{580CE463-BDF2-4A5D-A0B2-EA9DB01EEC2D}"/>
          </ac:spMkLst>
        </pc:spChg>
        <pc:spChg chg="add mod">
          <ac:chgData name="Li Fanxin" userId="1c62a4babfe04bac" providerId="LiveId" clId="{61FD21A4-4538-43E8-8027-11EFA7DA418E}" dt="2021-12-23T07:25:08.288" v="2368" actId="1036"/>
          <ac:spMkLst>
            <pc:docMk/>
            <pc:sldMk cId="624774074" sldId="268"/>
            <ac:spMk id="26" creationId="{297123DA-3C90-4821-97E4-D54E3CF426F8}"/>
          </ac:spMkLst>
        </pc:spChg>
        <pc:spChg chg="add mod">
          <ac:chgData name="Li Fanxin" userId="1c62a4babfe04bac" providerId="LiveId" clId="{61FD21A4-4538-43E8-8027-11EFA7DA418E}" dt="2021-12-23T07:25:08.288" v="2368" actId="1036"/>
          <ac:spMkLst>
            <pc:docMk/>
            <pc:sldMk cId="624774074" sldId="268"/>
            <ac:spMk id="27" creationId="{A384E67D-CC1C-4546-8E50-1CDE6E8686AC}"/>
          </ac:spMkLst>
        </pc:spChg>
        <pc:spChg chg="add mod">
          <ac:chgData name="Li Fanxin" userId="1c62a4babfe04bac" providerId="LiveId" clId="{61FD21A4-4538-43E8-8027-11EFA7DA418E}" dt="2021-12-23T07:25:08.288" v="2368" actId="1036"/>
          <ac:spMkLst>
            <pc:docMk/>
            <pc:sldMk cId="624774074" sldId="268"/>
            <ac:spMk id="28" creationId="{5A28AD43-496A-418A-B004-B7FD1E21A6BA}"/>
          </ac:spMkLst>
        </pc:spChg>
        <pc:spChg chg="add mod">
          <ac:chgData name="Li Fanxin" userId="1c62a4babfe04bac" providerId="LiveId" clId="{61FD21A4-4538-43E8-8027-11EFA7DA418E}" dt="2021-12-23T07:08:05.260" v="1964" actId="1038"/>
          <ac:spMkLst>
            <pc:docMk/>
            <pc:sldMk cId="624774074" sldId="268"/>
            <ac:spMk id="29" creationId="{BEDCED99-C6E1-4E84-A536-A4BD0B1593FB}"/>
          </ac:spMkLst>
        </pc:spChg>
        <pc:spChg chg="add mod">
          <ac:chgData name="Li Fanxin" userId="1c62a4babfe04bac" providerId="LiveId" clId="{61FD21A4-4538-43E8-8027-11EFA7DA418E}" dt="2021-12-23T07:25:08.288" v="2368" actId="1036"/>
          <ac:spMkLst>
            <pc:docMk/>
            <pc:sldMk cId="624774074" sldId="268"/>
            <ac:spMk id="30" creationId="{D8062FD3-1CF5-44AF-87F5-5A5C8A34F121}"/>
          </ac:spMkLst>
        </pc:spChg>
        <pc:picChg chg="del">
          <ac:chgData name="Li Fanxin" userId="1c62a4babfe04bac" providerId="LiveId" clId="{61FD21A4-4538-43E8-8027-11EFA7DA418E}" dt="2021-12-23T05:24:27.859" v="975" actId="478"/>
          <ac:picMkLst>
            <pc:docMk/>
            <pc:sldMk cId="624774074" sldId="268"/>
            <ac:picMk id="14" creationId="{B28CA4B0-C56F-C440-A368-7402DE0D6F7D}"/>
          </ac:picMkLst>
        </pc:picChg>
        <pc:picChg chg="del">
          <ac:chgData name="Li Fanxin" userId="1c62a4babfe04bac" providerId="LiveId" clId="{61FD21A4-4538-43E8-8027-11EFA7DA418E}" dt="2021-12-23T05:24:30.533" v="976" actId="478"/>
          <ac:picMkLst>
            <pc:docMk/>
            <pc:sldMk cId="624774074" sldId="268"/>
            <ac:picMk id="16" creationId="{EEFC3013-7B84-1049-A966-1F9C9FF281EB}"/>
          </ac:picMkLst>
        </pc:picChg>
        <pc:picChg chg="del">
          <ac:chgData name="Li Fanxin" userId="1c62a4babfe04bac" providerId="LiveId" clId="{61FD21A4-4538-43E8-8027-11EFA7DA418E}" dt="2021-12-23T05:24:32.572" v="977" actId="478"/>
          <ac:picMkLst>
            <pc:docMk/>
            <pc:sldMk cId="624774074" sldId="268"/>
            <ac:picMk id="18" creationId="{0BECB232-5D1E-1F4E-893C-D426639A9253}"/>
          </ac:picMkLst>
        </pc:picChg>
      </pc:sldChg>
      <pc:sldChg chg="addSp modSp add del mod modAnim">
        <pc:chgData name="Li Fanxin" userId="1c62a4babfe04bac" providerId="LiveId" clId="{61FD21A4-4538-43E8-8027-11EFA7DA418E}" dt="2021-12-24T08:38:42.476" v="4050"/>
        <pc:sldMkLst>
          <pc:docMk/>
          <pc:sldMk cId="2691587569" sldId="269"/>
        </pc:sldMkLst>
        <pc:spChg chg="mod">
          <ac:chgData name="Li Fanxin" userId="1c62a4babfe04bac" providerId="LiveId" clId="{61FD21A4-4538-43E8-8027-11EFA7DA418E}" dt="2021-12-23T13:27:54.029" v="4047" actId="20577"/>
          <ac:spMkLst>
            <pc:docMk/>
            <pc:sldMk cId="2691587569" sldId="269"/>
            <ac:spMk id="3" creationId="{886ECDC7-1DCF-4542-AC9C-1103B0AEB54A}"/>
          </ac:spMkLst>
        </pc:spChg>
        <pc:spChg chg="add mod">
          <ac:chgData name="Li Fanxin" userId="1c62a4babfe04bac" providerId="LiveId" clId="{61FD21A4-4538-43E8-8027-11EFA7DA418E}" dt="2021-12-23T07:28:57.128" v="2401" actId="20577"/>
          <ac:spMkLst>
            <pc:docMk/>
            <pc:sldMk cId="2691587569" sldId="269"/>
            <ac:spMk id="10" creationId="{7719F71E-72B0-4201-B157-F6E37FE5F968}"/>
          </ac:spMkLst>
        </pc:spChg>
        <pc:spChg chg="add mod">
          <ac:chgData name="Li Fanxin" userId="1c62a4babfe04bac" providerId="LiveId" clId="{61FD21A4-4538-43E8-8027-11EFA7DA418E}" dt="2021-12-23T07:28:44.796" v="2391" actId="1076"/>
          <ac:spMkLst>
            <pc:docMk/>
            <pc:sldMk cId="2691587569" sldId="269"/>
            <ac:spMk id="11" creationId="{2B832405-1458-41C0-AEC1-72DCB82A98DF}"/>
          </ac:spMkLst>
        </pc:spChg>
        <pc:spChg chg="add mod">
          <ac:chgData name="Li Fanxin" userId="1c62a4babfe04bac" providerId="LiveId" clId="{61FD21A4-4538-43E8-8027-11EFA7DA418E}" dt="2021-12-23T07:28:44.796" v="2391" actId="1076"/>
          <ac:spMkLst>
            <pc:docMk/>
            <pc:sldMk cId="2691587569" sldId="269"/>
            <ac:spMk id="12" creationId="{5D34301E-9432-4F55-9D3C-8D7DE532AC14}"/>
          </ac:spMkLst>
        </pc:spChg>
        <pc:spChg chg="add mod">
          <ac:chgData name="Li Fanxin" userId="1c62a4babfe04bac" providerId="LiveId" clId="{61FD21A4-4538-43E8-8027-11EFA7DA418E}" dt="2021-12-23T07:28:44.796" v="2391" actId="1076"/>
          <ac:spMkLst>
            <pc:docMk/>
            <pc:sldMk cId="2691587569" sldId="269"/>
            <ac:spMk id="13" creationId="{F0B142B1-0CAD-4019-B6ED-CC966B95AA0C}"/>
          </ac:spMkLst>
        </pc:spChg>
        <pc:spChg chg="add mod">
          <ac:chgData name="Li Fanxin" userId="1c62a4babfe04bac" providerId="LiveId" clId="{61FD21A4-4538-43E8-8027-11EFA7DA418E}" dt="2021-12-23T07:28:44.796" v="2391" actId="1076"/>
          <ac:spMkLst>
            <pc:docMk/>
            <pc:sldMk cId="2691587569" sldId="269"/>
            <ac:spMk id="14" creationId="{F1B31F33-CDBA-48CA-B513-2E99192AF412}"/>
          </ac:spMkLst>
        </pc:spChg>
        <pc:spChg chg="add mod">
          <ac:chgData name="Li Fanxin" userId="1c62a4babfe04bac" providerId="LiveId" clId="{61FD21A4-4538-43E8-8027-11EFA7DA418E}" dt="2021-12-23T07:28:44.796" v="2391" actId="1076"/>
          <ac:spMkLst>
            <pc:docMk/>
            <pc:sldMk cId="2691587569" sldId="269"/>
            <ac:spMk id="15" creationId="{1856C7A8-D2EF-45DF-B88E-7491255322EC}"/>
          </ac:spMkLst>
        </pc:spChg>
        <pc:picChg chg="add mod">
          <ac:chgData name="Li Fanxin" userId="1c62a4babfe04bac" providerId="LiveId" clId="{61FD21A4-4538-43E8-8027-11EFA7DA418E}" dt="2021-12-23T13:26:39.009" v="4037" actId="1076"/>
          <ac:picMkLst>
            <pc:docMk/>
            <pc:sldMk cId="2691587569" sldId="269"/>
            <ac:picMk id="6" creationId="{54EE9801-3260-4CDD-8DCF-38E5C819246C}"/>
          </ac:picMkLst>
        </pc:picChg>
        <pc:cxnChg chg="add mod">
          <ac:chgData name="Li Fanxin" userId="1c62a4babfe04bac" providerId="LiveId" clId="{61FD21A4-4538-43E8-8027-11EFA7DA418E}" dt="2021-12-23T07:28:44.796" v="2391" actId="1076"/>
          <ac:cxnSpMkLst>
            <pc:docMk/>
            <pc:sldMk cId="2691587569" sldId="269"/>
            <ac:cxnSpMk id="7" creationId="{2CD633FD-DA8F-4D31-B16D-9801F46178A4}"/>
          </ac:cxnSpMkLst>
        </pc:cxnChg>
        <pc:cxnChg chg="add mod">
          <ac:chgData name="Li Fanxin" userId="1c62a4babfe04bac" providerId="LiveId" clId="{61FD21A4-4538-43E8-8027-11EFA7DA418E}" dt="2021-12-23T07:28:44.796" v="2391" actId="1076"/>
          <ac:cxnSpMkLst>
            <pc:docMk/>
            <pc:sldMk cId="2691587569" sldId="269"/>
            <ac:cxnSpMk id="8" creationId="{DDE2E5AF-FC0F-4383-B728-977BCBA332A2}"/>
          </ac:cxnSpMkLst>
        </pc:cxnChg>
        <pc:cxnChg chg="add mod">
          <ac:chgData name="Li Fanxin" userId="1c62a4babfe04bac" providerId="LiveId" clId="{61FD21A4-4538-43E8-8027-11EFA7DA418E}" dt="2021-12-23T07:28:44.796" v="2391" actId="1076"/>
          <ac:cxnSpMkLst>
            <pc:docMk/>
            <pc:sldMk cId="2691587569" sldId="269"/>
            <ac:cxnSpMk id="9" creationId="{0A932EDA-9979-49EE-97A9-0B61B00E2A95}"/>
          </ac:cxnSpMkLst>
        </pc:cxnChg>
      </pc:sldChg>
      <pc:sldChg chg="add del">
        <pc:chgData name="Li Fanxin" userId="1c62a4babfe04bac" providerId="LiveId" clId="{61FD21A4-4538-43E8-8027-11EFA7DA418E}" dt="2021-12-24T08:38:42.476" v="4050"/>
        <pc:sldMkLst>
          <pc:docMk/>
          <pc:sldMk cId="2378761507" sldId="270"/>
        </pc:sldMkLst>
      </pc:sldChg>
      <pc:sldChg chg="add del">
        <pc:chgData name="Li Fanxin" userId="1c62a4babfe04bac" providerId="LiveId" clId="{61FD21A4-4538-43E8-8027-11EFA7DA418E}" dt="2021-12-24T08:38:42.476" v="4050"/>
        <pc:sldMkLst>
          <pc:docMk/>
          <pc:sldMk cId="3791443022" sldId="271"/>
        </pc:sldMkLst>
      </pc:sldChg>
      <pc:sldChg chg="add del">
        <pc:chgData name="Li Fanxin" userId="1c62a4babfe04bac" providerId="LiveId" clId="{61FD21A4-4538-43E8-8027-11EFA7DA418E}" dt="2021-12-24T08:38:42.476" v="4050"/>
        <pc:sldMkLst>
          <pc:docMk/>
          <pc:sldMk cId="902175533" sldId="272"/>
        </pc:sldMkLst>
      </pc:sldChg>
      <pc:sldChg chg="add del">
        <pc:chgData name="Li Fanxin" userId="1c62a4babfe04bac" providerId="LiveId" clId="{61FD21A4-4538-43E8-8027-11EFA7DA418E}" dt="2021-12-24T08:38:42.476" v="4050"/>
        <pc:sldMkLst>
          <pc:docMk/>
          <pc:sldMk cId="1352534652" sldId="273"/>
        </pc:sldMkLst>
      </pc:sldChg>
      <pc:sldChg chg="addSp modSp add del mod">
        <pc:chgData name="Li Fanxin" userId="1c62a4babfe04bac" providerId="LiveId" clId="{61FD21A4-4538-43E8-8027-11EFA7DA418E}" dt="2021-12-24T08:47:46.136" v="4056" actId="20577"/>
        <pc:sldMkLst>
          <pc:docMk/>
          <pc:sldMk cId="2566087432" sldId="274"/>
        </pc:sldMkLst>
        <pc:spChg chg="mod">
          <ac:chgData name="Li Fanxin" userId="1c62a4babfe04bac" providerId="LiveId" clId="{61FD21A4-4538-43E8-8027-11EFA7DA418E}" dt="2021-12-24T08:47:46.136" v="4056" actId="20577"/>
          <ac:spMkLst>
            <pc:docMk/>
            <pc:sldMk cId="2566087432" sldId="274"/>
            <ac:spMk id="3" creationId="{6D7ED617-BC79-4CDA-8079-BE1A6E886519}"/>
          </ac:spMkLst>
        </pc:spChg>
        <pc:picChg chg="add mod">
          <ac:chgData name="Li Fanxin" userId="1c62a4babfe04bac" providerId="LiveId" clId="{61FD21A4-4538-43E8-8027-11EFA7DA418E}" dt="2021-12-23T08:19:07.603" v="3038" actId="1076"/>
          <ac:picMkLst>
            <pc:docMk/>
            <pc:sldMk cId="2566087432" sldId="274"/>
            <ac:picMk id="6" creationId="{5BB00A4D-8119-4309-BF78-FBCDB5BF01BE}"/>
          </ac:picMkLst>
        </pc:picChg>
      </pc:sldChg>
      <pc:sldChg chg="del">
        <pc:chgData name="Li Fanxin" userId="1c62a4babfe04bac" providerId="LiveId" clId="{61FD21A4-4538-43E8-8027-11EFA7DA418E}" dt="2021-12-23T08:08:46.925" v="2615" actId="2696"/>
        <pc:sldMkLst>
          <pc:docMk/>
          <pc:sldMk cId="603488699" sldId="275"/>
        </pc:sldMkLst>
      </pc:sldChg>
      <pc:sldChg chg="addSp delSp modSp add del mod">
        <pc:chgData name="Li Fanxin" userId="1c62a4babfe04bac" providerId="LiveId" clId="{61FD21A4-4538-43E8-8027-11EFA7DA418E}" dt="2021-12-24T08:55:52.436" v="4249" actId="1036"/>
        <pc:sldMkLst>
          <pc:docMk/>
          <pc:sldMk cId="1548008676" sldId="276"/>
        </pc:sldMkLst>
        <pc:spChg chg="mod">
          <ac:chgData name="Li Fanxin" userId="1c62a4babfe04bac" providerId="LiveId" clId="{61FD21A4-4538-43E8-8027-11EFA7DA418E}" dt="2021-12-23T08:30:43.679" v="3304" actId="14100"/>
          <ac:spMkLst>
            <pc:docMk/>
            <pc:sldMk cId="1548008676" sldId="276"/>
            <ac:spMk id="3" creationId="{ECE547E4-9DFD-47A5-AA1E-2643B92C5371}"/>
          </ac:spMkLst>
        </pc:spChg>
        <pc:spChg chg="add del mod">
          <ac:chgData name="Li Fanxin" userId="1c62a4babfe04bac" providerId="LiveId" clId="{61FD21A4-4538-43E8-8027-11EFA7DA418E}" dt="2021-12-24T08:48:24.257" v="4057" actId="478"/>
          <ac:spMkLst>
            <pc:docMk/>
            <pc:sldMk cId="1548008676" sldId="276"/>
            <ac:spMk id="7" creationId="{213DBCC6-3EED-441F-8910-F3E77CB7B952}"/>
          </ac:spMkLst>
        </pc:spChg>
        <pc:spChg chg="mod">
          <ac:chgData name="Li Fanxin" userId="1c62a4babfe04bac" providerId="LiveId" clId="{61FD21A4-4538-43E8-8027-11EFA7DA418E}" dt="2021-12-24T08:55:52.436" v="4249" actId="1036"/>
          <ac:spMkLst>
            <pc:docMk/>
            <pc:sldMk cId="1548008676" sldId="276"/>
            <ac:spMk id="8" creationId="{AB3E9CC8-5CE6-4658-BC15-734ED3150248}"/>
          </ac:spMkLst>
        </pc:spChg>
        <pc:picChg chg="add mod ord">
          <ac:chgData name="Li Fanxin" userId="1c62a4babfe04bac" providerId="LiveId" clId="{61FD21A4-4538-43E8-8027-11EFA7DA418E}" dt="2021-12-24T08:55:34.770" v="4217" actId="1076"/>
          <ac:picMkLst>
            <pc:docMk/>
            <pc:sldMk cId="1548008676" sldId="276"/>
            <ac:picMk id="6" creationId="{EFAA0CEF-D485-460D-BAB1-C2B5643E826A}"/>
          </ac:picMkLst>
        </pc:picChg>
        <pc:cxnChg chg="add mod">
          <ac:chgData name="Li Fanxin" userId="1c62a4babfe04bac" providerId="LiveId" clId="{61FD21A4-4538-43E8-8027-11EFA7DA418E}" dt="2021-12-23T08:36:57.642" v="3435" actId="1037"/>
          <ac:cxnSpMkLst>
            <pc:docMk/>
            <pc:sldMk cId="1548008676" sldId="276"/>
            <ac:cxnSpMk id="9" creationId="{831DD673-8D9A-4671-A7A1-C15641A410FC}"/>
          </ac:cxnSpMkLst>
        </pc:cxnChg>
      </pc:sldChg>
      <pc:sldChg chg="addSp delSp modSp add del mod modAnim">
        <pc:chgData name="Li Fanxin" userId="1c62a4babfe04bac" providerId="LiveId" clId="{61FD21A4-4538-43E8-8027-11EFA7DA418E}" dt="2021-12-24T08:59:00.913" v="4259"/>
        <pc:sldMkLst>
          <pc:docMk/>
          <pc:sldMk cId="698316005" sldId="277"/>
        </pc:sldMkLst>
        <pc:spChg chg="del">
          <ac:chgData name="Li Fanxin" userId="1c62a4babfe04bac" providerId="LiveId" clId="{61FD21A4-4538-43E8-8027-11EFA7DA418E}" dt="2021-12-23T08:50:34.521" v="3436" actId="478"/>
          <ac:spMkLst>
            <pc:docMk/>
            <pc:sldMk cId="698316005" sldId="277"/>
            <ac:spMk id="3" creationId="{EBDAC508-5782-43F6-8C3C-748F5A5FAE58}"/>
          </ac:spMkLst>
        </pc:spChg>
        <pc:spChg chg="add mod">
          <ac:chgData name="Li Fanxin" userId="1c62a4babfe04bac" providerId="LiveId" clId="{61FD21A4-4538-43E8-8027-11EFA7DA418E}" dt="2021-12-23T09:20:07.584" v="3736"/>
          <ac:spMkLst>
            <pc:docMk/>
            <pc:sldMk cId="698316005" sldId="277"/>
            <ac:spMk id="9" creationId="{BBF1D17B-DE59-465E-93DF-06271A7AE067}"/>
          </ac:spMkLst>
        </pc:spChg>
        <pc:spChg chg="add mod">
          <ac:chgData name="Li Fanxin" userId="1c62a4babfe04bac" providerId="LiveId" clId="{61FD21A4-4538-43E8-8027-11EFA7DA418E}" dt="2021-12-23T09:19:54.854" v="3735" actId="1076"/>
          <ac:spMkLst>
            <pc:docMk/>
            <pc:sldMk cId="698316005" sldId="277"/>
            <ac:spMk id="14" creationId="{E0CA947F-6E6F-42C6-8121-6A6D267D7C7A}"/>
          </ac:spMkLst>
        </pc:spChg>
        <pc:spChg chg="add mod">
          <ac:chgData name="Li Fanxin" userId="1c62a4babfe04bac" providerId="LiveId" clId="{61FD21A4-4538-43E8-8027-11EFA7DA418E}" dt="2021-12-23T09:20:27.615" v="3758" actId="1076"/>
          <ac:spMkLst>
            <pc:docMk/>
            <pc:sldMk cId="698316005" sldId="277"/>
            <ac:spMk id="18" creationId="{40C5C987-96F4-43CF-B10A-90FB8307C823}"/>
          </ac:spMkLst>
        </pc:spChg>
        <pc:spChg chg="add mod">
          <ac:chgData name="Li Fanxin" userId="1c62a4babfe04bac" providerId="LiveId" clId="{61FD21A4-4538-43E8-8027-11EFA7DA418E}" dt="2021-12-24T08:58:07.700" v="4254" actId="14100"/>
          <ac:spMkLst>
            <pc:docMk/>
            <pc:sldMk cId="698316005" sldId="277"/>
            <ac:spMk id="20" creationId="{653A3F1F-D8C7-4C63-86CF-47F154EA576E}"/>
          </ac:spMkLst>
        </pc:spChg>
        <pc:picChg chg="add del mod">
          <ac:chgData name="Li Fanxin" userId="1c62a4babfe04bac" providerId="LiveId" clId="{61FD21A4-4538-43E8-8027-11EFA7DA418E}" dt="2021-12-23T08:51:08.101" v="3440" actId="478"/>
          <ac:picMkLst>
            <pc:docMk/>
            <pc:sldMk cId="698316005" sldId="277"/>
            <ac:picMk id="6" creationId="{652320B6-1895-436D-9F8F-F2F2F27AED18}"/>
          </ac:picMkLst>
        </pc:picChg>
        <pc:picChg chg="add mod">
          <ac:chgData name="Li Fanxin" userId="1c62a4babfe04bac" providerId="LiveId" clId="{61FD21A4-4538-43E8-8027-11EFA7DA418E}" dt="2021-12-23T09:00:34.024" v="3591" actId="1076"/>
          <ac:picMkLst>
            <pc:docMk/>
            <pc:sldMk cId="698316005" sldId="277"/>
            <ac:picMk id="8" creationId="{A196ABE1-B0CA-4034-A0B6-932A84A26A88}"/>
          </ac:picMkLst>
        </pc:picChg>
        <pc:picChg chg="add del mod">
          <ac:chgData name="Li Fanxin" userId="1c62a4babfe04bac" providerId="LiveId" clId="{61FD21A4-4538-43E8-8027-11EFA7DA418E}" dt="2021-12-23T09:00:06.038" v="3586" actId="478"/>
          <ac:picMkLst>
            <pc:docMk/>
            <pc:sldMk cId="698316005" sldId="277"/>
            <ac:picMk id="10" creationId="{86A3A56B-FF4B-4B58-9412-F7256A8DEB22}"/>
          </ac:picMkLst>
        </pc:picChg>
        <pc:picChg chg="add del mod">
          <ac:chgData name="Li Fanxin" userId="1c62a4babfe04bac" providerId="LiveId" clId="{61FD21A4-4538-43E8-8027-11EFA7DA418E}" dt="2021-12-23T09:00:06.038" v="3586" actId="478"/>
          <ac:picMkLst>
            <pc:docMk/>
            <pc:sldMk cId="698316005" sldId="277"/>
            <ac:picMk id="11" creationId="{69F8761C-1869-402C-A987-645346B4D4A2}"/>
          </ac:picMkLst>
        </pc:picChg>
        <pc:picChg chg="add mod">
          <ac:chgData name="Li Fanxin" userId="1c62a4babfe04bac" providerId="LiveId" clId="{61FD21A4-4538-43E8-8027-11EFA7DA418E}" dt="2021-12-23T08:57:27.018" v="3450" actId="1076"/>
          <ac:picMkLst>
            <pc:docMk/>
            <pc:sldMk cId="698316005" sldId="277"/>
            <ac:picMk id="13" creationId="{A19C4A00-1575-4778-9CDC-3BE4FD8E0F08}"/>
          </ac:picMkLst>
        </pc:picChg>
        <pc:picChg chg="add mod">
          <ac:chgData name="Li Fanxin" userId="1c62a4babfe04bac" providerId="LiveId" clId="{61FD21A4-4538-43E8-8027-11EFA7DA418E}" dt="2021-12-23T09:19:50.542" v="3734" actId="1076"/>
          <ac:picMkLst>
            <pc:docMk/>
            <pc:sldMk cId="698316005" sldId="277"/>
            <ac:picMk id="16" creationId="{B1DFA326-9BCC-4ED8-A2C9-15E39538F646}"/>
          </ac:picMkLst>
        </pc:picChg>
      </pc:sldChg>
      <pc:sldChg chg="del">
        <pc:chgData name="Li Fanxin" userId="1c62a4babfe04bac" providerId="LiveId" clId="{61FD21A4-4538-43E8-8027-11EFA7DA418E}" dt="2021-12-23T03:47:18.013" v="257" actId="2696"/>
        <pc:sldMkLst>
          <pc:docMk/>
          <pc:sldMk cId="2804711140" sldId="278"/>
        </pc:sldMkLst>
      </pc:sldChg>
      <pc:sldChg chg="addSp modSp new add del mod ord">
        <pc:chgData name="Li Fanxin" userId="1c62a4babfe04bac" providerId="LiveId" clId="{61FD21A4-4538-43E8-8027-11EFA7DA418E}" dt="2021-12-24T08:38:42.476" v="4050"/>
        <pc:sldMkLst>
          <pc:docMk/>
          <pc:sldMk cId="2186290757" sldId="279"/>
        </pc:sldMkLst>
        <pc:spChg chg="mod">
          <ac:chgData name="Li Fanxin" userId="1c62a4babfe04bac" providerId="LiveId" clId="{61FD21A4-4538-43E8-8027-11EFA7DA418E}" dt="2021-12-23T04:46:20.345" v="903" actId="20577"/>
          <ac:spMkLst>
            <pc:docMk/>
            <pc:sldMk cId="2186290757" sldId="279"/>
            <ac:spMk id="2" creationId="{F0C1B906-6E92-468F-9740-AE57F70863F4}"/>
          </ac:spMkLst>
        </pc:spChg>
        <pc:spChg chg="mod">
          <ac:chgData name="Li Fanxin" userId="1c62a4babfe04bac" providerId="LiveId" clId="{61FD21A4-4538-43E8-8027-11EFA7DA418E}" dt="2021-12-23T03:47:08.701" v="256" actId="207"/>
          <ac:spMkLst>
            <pc:docMk/>
            <pc:sldMk cId="2186290757" sldId="279"/>
            <ac:spMk id="3" creationId="{167A3524-D8A4-434D-BAF7-CBEC19FE82EE}"/>
          </ac:spMkLst>
        </pc:spChg>
        <pc:spChg chg="add mod">
          <ac:chgData name="Li Fanxin" userId="1c62a4babfe04bac" providerId="LiveId" clId="{61FD21A4-4538-43E8-8027-11EFA7DA418E}" dt="2021-12-23T03:45:59.983" v="213" actId="1037"/>
          <ac:spMkLst>
            <pc:docMk/>
            <pc:sldMk cId="2186290757" sldId="279"/>
            <ac:spMk id="5" creationId="{7A19A019-073F-4AC5-9CC7-674E5F862931}"/>
          </ac:spMkLst>
        </pc:spChg>
        <pc:spChg chg="add mod">
          <ac:chgData name="Li Fanxin" userId="1c62a4babfe04bac" providerId="LiveId" clId="{61FD21A4-4538-43E8-8027-11EFA7DA418E}" dt="2021-12-23T12:52:59.162" v="3943" actId="1037"/>
          <ac:spMkLst>
            <pc:docMk/>
            <pc:sldMk cId="2186290757" sldId="279"/>
            <ac:spMk id="11" creationId="{7E82387F-DB36-42E7-ACCD-072CBE234236}"/>
          </ac:spMkLst>
        </pc:spChg>
        <pc:spChg chg="add mod">
          <ac:chgData name="Li Fanxin" userId="1c62a4babfe04bac" providerId="LiveId" clId="{61FD21A4-4538-43E8-8027-11EFA7DA418E}" dt="2021-12-23T12:52:19.157" v="3839" actId="1038"/>
          <ac:spMkLst>
            <pc:docMk/>
            <pc:sldMk cId="2186290757" sldId="279"/>
            <ac:spMk id="14" creationId="{4445ACB9-C230-4CE3-90C1-B312F0FA1B7D}"/>
          </ac:spMkLst>
        </pc:spChg>
        <pc:picChg chg="add mod">
          <ac:chgData name="Li Fanxin" userId="1c62a4babfe04bac" providerId="LiveId" clId="{61FD21A4-4538-43E8-8027-11EFA7DA418E}" dt="2021-12-23T03:45:59.983" v="213" actId="1037"/>
          <ac:picMkLst>
            <pc:docMk/>
            <pc:sldMk cId="2186290757" sldId="279"/>
            <ac:picMk id="7" creationId="{AAA5E707-5EE6-4DD7-856F-C7901B090CEC}"/>
          </ac:picMkLst>
        </pc:picChg>
        <pc:picChg chg="add mod">
          <ac:chgData name="Li Fanxin" userId="1c62a4babfe04bac" providerId="LiveId" clId="{61FD21A4-4538-43E8-8027-11EFA7DA418E}" dt="2021-12-23T12:52:59.162" v="3943" actId="1037"/>
          <ac:picMkLst>
            <pc:docMk/>
            <pc:sldMk cId="2186290757" sldId="279"/>
            <ac:picMk id="9" creationId="{8EC7E820-17E8-45CC-A78E-7946A0B48205}"/>
          </ac:picMkLst>
        </pc:picChg>
        <pc:picChg chg="add mod">
          <ac:chgData name="Li Fanxin" userId="1c62a4babfe04bac" providerId="LiveId" clId="{61FD21A4-4538-43E8-8027-11EFA7DA418E}" dt="2021-12-23T12:52:19.157" v="3839" actId="1038"/>
          <ac:picMkLst>
            <pc:docMk/>
            <pc:sldMk cId="2186290757" sldId="279"/>
            <ac:picMk id="13" creationId="{A5F6875B-30DC-4D58-9DCA-859A8FB2BA14}"/>
          </ac:picMkLst>
        </pc:picChg>
      </pc:sldChg>
      <pc:sldChg chg="add">
        <pc:chgData name="Li Fanxin" userId="1c62a4babfe04bac" providerId="LiveId" clId="{61FD21A4-4538-43E8-8027-11EFA7DA418E}" dt="2021-12-24T08:38:42.476" v="4050"/>
        <pc:sldMkLst>
          <pc:docMk/>
          <pc:sldMk cId="1580475237" sldId="280"/>
        </pc:sldMkLst>
      </pc:sldChg>
    </pc:docChg>
  </pc:docChgLst>
  <pc:docChgLst>
    <pc:chgData name="Li Fanxin" userId="1c62a4babfe04bac" providerId="LiveId" clId="{F260D3E5-C826-5340-82AC-EA350D0FF93B}"/>
    <pc:docChg chg="undo custSel modSld">
      <pc:chgData name="Li Fanxin" userId="1c62a4babfe04bac" providerId="LiveId" clId="{F260D3E5-C826-5340-82AC-EA350D0FF93B}" dt="2021-12-24T11:00:45.628" v="1451" actId="20577"/>
      <pc:docMkLst>
        <pc:docMk/>
      </pc:docMkLst>
      <pc:sldChg chg="modSp mod">
        <pc:chgData name="Li Fanxin" userId="1c62a4babfe04bac" providerId="LiveId" clId="{F260D3E5-C826-5340-82AC-EA350D0FF93B}" dt="2021-12-23T10:43:59.045" v="42" actId="20577"/>
        <pc:sldMkLst>
          <pc:docMk/>
          <pc:sldMk cId="2108460722" sldId="259"/>
        </pc:sldMkLst>
        <pc:spChg chg="mod">
          <ac:chgData name="Li Fanxin" userId="1c62a4babfe04bac" providerId="LiveId" clId="{F260D3E5-C826-5340-82AC-EA350D0FF93B}" dt="2021-12-23T10:43:59.045" v="42" actId="20577"/>
          <ac:spMkLst>
            <pc:docMk/>
            <pc:sldMk cId="2108460722" sldId="259"/>
            <ac:spMk id="3" creationId="{088851D8-D635-CE4E-AF1C-C645FBCC2761}"/>
          </ac:spMkLst>
        </pc:spChg>
      </pc:sldChg>
      <pc:sldChg chg="modSp mod">
        <pc:chgData name="Li Fanxin" userId="1c62a4babfe04bac" providerId="LiveId" clId="{F260D3E5-C826-5340-82AC-EA350D0FF93B}" dt="2021-12-23T11:00:33.593" v="224" actId="20577"/>
        <pc:sldMkLst>
          <pc:docMk/>
          <pc:sldMk cId="3001794298" sldId="261"/>
        </pc:sldMkLst>
        <pc:spChg chg="mod">
          <ac:chgData name="Li Fanxin" userId="1c62a4babfe04bac" providerId="LiveId" clId="{F260D3E5-C826-5340-82AC-EA350D0FF93B}" dt="2021-12-23T11:00:33.593" v="224" actId="20577"/>
          <ac:spMkLst>
            <pc:docMk/>
            <pc:sldMk cId="3001794298" sldId="261"/>
            <ac:spMk id="3" creationId="{DCF810C6-E647-464E-BFD1-6CBC3B592BDB}"/>
          </ac:spMkLst>
        </pc:spChg>
      </pc:sldChg>
      <pc:sldChg chg="modSp mod">
        <pc:chgData name="Li Fanxin" userId="1c62a4babfe04bac" providerId="LiveId" clId="{F260D3E5-C826-5340-82AC-EA350D0FF93B}" dt="2021-12-23T11:06:53.962" v="423" actId="20577"/>
        <pc:sldMkLst>
          <pc:docMk/>
          <pc:sldMk cId="2691587569" sldId="269"/>
        </pc:sldMkLst>
        <pc:spChg chg="mod">
          <ac:chgData name="Li Fanxin" userId="1c62a4babfe04bac" providerId="LiveId" clId="{F260D3E5-C826-5340-82AC-EA350D0FF93B}" dt="2021-12-23T11:06:53.962" v="423" actId="20577"/>
          <ac:spMkLst>
            <pc:docMk/>
            <pc:sldMk cId="2691587569" sldId="269"/>
            <ac:spMk id="2" creationId="{68E51F39-33B4-0B45-A709-662AC543EC29}"/>
          </ac:spMkLst>
        </pc:spChg>
        <pc:spChg chg="mod">
          <ac:chgData name="Li Fanxin" userId="1c62a4babfe04bac" providerId="LiveId" clId="{F260D3E5-C826-5340-82AC-EA350D0FF93B}" dt="2021-12-23T11:05:10.089" v="382" actId="20577"/>
          <ac:spMkLst>
            <pc:docMk/>
            <pc:sldMk cId="2691587569" sldId="269"/>
            <ac:spMk id="3" creationId="{886ECDC7-1DCF-4542-AC9C-1103B0AEB54A}"/>
          </ac:spMkLst>
        </pc:spChg>
      </pc:sldChg>
      <pc:sldChg chg="addSp modSp mod">
        <pc:chgData name="Li Fanxin" userId="1c62a4babfe04bac" providerId="LiveId" clId="{F260D3E5-C826-5340-82AC-EA350D0FF93B}" dt="2021-12-23T16:09:34.527" v="1356" actId="166"/>
        <pc:sldMkLst>
          <pc:docMk/>
          <pc:sldMk cId="2378761507" sldId="270"/>
        </pc:sldMkLst>
        <pc:spChg chg="mod">
          <ac:chgData name="Li Fanxin" userId="1c62a4babfe04bac" providerId="LiveId" clId="{F260D3E5-C826-5340-82AC-EA350D0FF93B}" dt="2021-12-23T15:54:38.714" v="1052" actId="166"/>
          <ac:spMkLst>
            <pc:docMk/>
            <pc:sldMk cId="2378761507" sldId="270"/>
            <ac:spMk id="3" creationId="{94C35C97-3E93-A542-A91F-5DF18639155A}"/>
          </ac:spMkLst>
        </pc:spChg>
        <pc:spChg chg="add mod">
          <ac:chgData name="Li Fanxin" userId="1c62a4babfe04bac" providerId="LiveId" clId="{F260D3E5-C826-5340-82AC-EA350D0FF93B}" dt="2021-12-23T16:09:34.527" v="1356" actId="166"/>
          <ac:spMkLst>
            <pc:docMk/>
            <pc:sldMk cId="2378761507" sldId="270"/>
            <ac:spMk id="5" creationId="{8FBC2254-7123-6E46-BC08-2AC80A606381}"/>
          </ac:spMkLst>
        </pc:spChg>
        <pc:picChg chg="add mod">
          <ac:chgData name="Li Fanxin" userId="1c62a4babfe04bac" providerId="LiveId" clId="{F260D3E5-C826-5340-82AC-EA350D0FF93B}" dt="2021-12-23T15:54:43.086" v="1055" actId="1036"/>
          <ac:picMkLst>
            <pc:docMk/>
            <pc:sldMk cId="2378761507" sldId="270"/>
            <ac:picMk id="8" creationId="{77BB5A9A-DA6E-BB4C-A860-72B33C8C4FC4}"/>
          </ac:picMkLst>
        </pc:picChg>
      </pc:sldChg>
      <pc:sldChg chg="modSp mod">
        <pc:chgData name="Li Fanxin" userId="1c62a4babfe04bac" providerId="LiveId" clId="{F260D3E5-C826-5340-82AC-EA350D0FF93B}" dt="2021-12-23T16:13:12.194" v="1368" actId="20577"/>
        <pc:sldMkLst>
          <pc:docMk/>
          <pc:sldMk cId="3791443022" sldId="271"/>
        </pc:sldMkLst>
        <pc:spChg chg="mod">
          <ac:chgData name="Li Fanxin" userId="1c62a4babfe04bac" providerId="LiveId" clId="{F260D3E5-C826-5340-82AC-EA350D0FF93B}" dt="2021-12-23T16:13:12.194" v="1368" actId="20577"/>
          <ac:spMkLst>
            <pc:docMk/>
            <pc:sldMk cId="3791443022" sldId="271"/>
            <ac:spMk id="3" creationId="{BA04DB6A-C76A-3E47-99DC-2746616A14C7}"/>
          </ac:spMkLst>
        </pc:spChg>
      </pc:sldChg>
      <pc:sldChg chg="addSp delSp modSp mod">
        <pc:chgData name="Li Fanxin" userId="1c62a4babfe04bac" providerId="LiveId" clId="{F260D3E5-C826-5340-82AC-EA350D0FF93B}" dt="2021-12-23T16:01:39.632" v="1220" actId="20577"/>
        <pc:sldMkLst>
          <pc:docMk/>
          <pc:sldMk cId="2566087432" sldId="274"/>
        </pc:sldMkLst>
        <pc:spChg chg="mod">
          <ac:chgData name="Li Fanxin" userId="1c62a4babfe04bac" providerId="LiveId" clId="{F260D3E5-C826-5340-82AC-EA350D0FF93B}" dt="2021-12-23T16:01:39.632" v="1220" actId="20577"/>
          <ac:spMkLst>
            <pc:docMk/>
            <pc:sldMk cId="2566087432" sldId="274"/>
            <ac:spMk id="3" creationId="{6D7ED617-BC79-4CDA-8079-BE1A6E886519}"/>
          </ac:spMkLst>
        </pc:spChg>
        <pc:picChg chg="del">
          <ac:chgData name="Li Fanxin" userId="1c62a4babfe04bac" providerId="LiveId" clId="{F260D3E5-C826-5340-82AC-EA350D0FF93B}" dt="2021-12-23T15:58:46.956" v="1131" actId="478"/>
          <ac:picMkLst>
            <pc:docMk/>
            <pc:sldMk cId="2566087432" sldId="274"/>
            <ac:picMk id="6" creationId="{5BB00A4D-8119-4309-BF78-FBCDB5BF01BE}"/>
          </ac:picMkLst>
        </pc:picChg>
        <pc:picChg chg="add mod">
          <ac:chgData name="Li Fanxin" userId="1c62a4babfe04bac" providerId="LiveId" clId="{F260D3E5-C826-5340-82AC-EA350D0FF93B}" dt="2021-12-23T16:00:46.699" v="1178" actId="14100"/>
          <ac:picMkLst>
            <pc:docMk/>
            <pc:sldMk cId="2566087432" sldId="274"/>
            <ac:picMk id="7" creationId="{EE5FF40B-011B-324D-8EDE-9D42D9C25304}"/>
          </ac:picMkLst>
        </pc:picChg>
      </pc:sldChg>
      <pc:sldChg chg="modSp mod">
        <pc:chgData name="Li Fanxin" userId="1c62a4babfe04bac" providerId="LiveId" clId="{F260D3E5-C826-5340-82AC-EA350D0FF93B}" dt="2021-12-24T11:00:45.628" v="1451" actId="20577"/>
        <pc:sldMkLst>
          <pc:docMk/>
          <pc:sldMk cId="1548008676" sldId="276"/>
        </pc:sldMkLst>
        <pc:spChg chg="mod">
          <ac:chgData name="Li Fanxin" userId="1c62a4babfe04bac" providerId="LiveId" clId="{F260D3E5-C826-5340-82AC-EA350D0FF93B}" dt="2021-12-24T11:00:45.628" v="1451" actId="20577"/>
          <ac:spMkLst>
            <pc:docMk/>
            <pc:sldMk cId="1548008676" sldId="276"/>
            <ac:spMk id="3" creationId="{ECE547E4-9DFD-47A5-AA1E-2643B92C5371}"/>
          </ac:spMkLst>
        </pc:spChg>
        <pc:picChg chg="mod">
          <ac:chgData name="Li Fanxin" userId="1c62a4babfe04bac" providerId="LiveId" clId="{F260D3E5-C826-5340-82AC-EA350D0FF93B}" dt="2021-12-24T11:00:10.943" v="1450" actId="1036"/>
          <ac:picMkLst>
            <pc:docMk/>
            <pc:sldMk cId="1548008676" sldId="276"/>
            <ac:picMk id="6" creationId="{EFAA0CEF-D485-460D-BAB1-C2B5643E826A}"/>
          </ac:picMkLst>
        </pc:picChg>
      </pc:sldChg>
      <pc:sldChg chg="modSp mod">
        <pc:chgData name="Li Fanxin" userId="1c62a4babfe04bac" providerId="LiveId" clId="{F260D3E5-C826-5340-82AC-EA350D0FF93B}" dt="2021-12-23T16:03:10.922" v="1221" actId="1076"/>
        <pc:sldMkLst>
          <pc:docMk/>
          <pc:sldMk cId="698316005" sldId="277"/>
        </pc:sldMkLst>
        <pc:spChg chg="mod">
          <ac:chgData name="Li Fanxin" userId="1c62a4babfe04bac" providerId="LiveId" clId="{F260D3E5-C826-5340-82AC-EA350D0FF93B}" dt="2021-12-23T11:18:04.953" v="597" actId="166"/>
          <ac:spMkLst>
            <pc:docMk/>
            <pc:sldMk cId="698316005" sldId="277"/>
            <ac:spMk id="2" creationId="{D98BFE93-3741-480E-95C2-4A867508F2A5}"/>
          </ac:spMkLst>
        </pc:spChg>
        <pc:spChg chg="mod">
          <ac:chgData name="Li Fanxin" userId="1c62a4babfe04bac" providerId="LiveId" clId="{F260D3E5-C826-5340-82AC-EA350D0FF93B}" dt="2021-12-23T11:18:28.277" v="607" actId="20577"/>
          <ac:spMkLst>
            <pc:docMk/>
            <pc:sldMk cId="698316005" sldId="277"/>
            <ac:spMk id="9" creationId="{BBF1D17B-DE59-465E-93DF-06271A7AE067}"/>
          </ac:spMkLst>
        </pc:spChg>
        <pc:spChg chg="mod">
          <ac:chgData name="Li Fanxin" userId="1c62a4babfe04bac" providerId="LiveId" clId="{F260D3E5-C826-5340-82AC-EA350D0FF93B}" dt="2021-12-23T10:50:44.771" v="73" actId="313"/>
          <ac:spMkLst>
            <pc:docMk/>
            <pc:sldMk cId="698316005" sldId="277"/>
            <ac:spMk id="14" creationId="{E0CA947F-6E6F-42C6-8121-6A6D267D7C7A}"/>
          </ac:spMkLst>
        </pc:spChg>
        <pc:spChg chg="mod">
          <ac:chgData name="Li Fanxin" userId="1c62a4babfe04bac" providerId="LiveId" clId="{F260D3E5-C826-5340-82AC-EA350D0FF93B}" dt="2021-12-23T16:03:10.922" v="1221" actId="1076"/>
          <ac:spMkLst>
            <pc:docMk/>
            <pc:sldMk cId="698316005" sldId="277"/>
            <ac:spMk id="18" creationId="{40C5C987-96F4-43CF-B10A-90FB8307C823}"/>
          </ac:spMkLst>
        </pc:spChg>
        <pc:picChg chg="mod">
          <ac:chgData name="Li Fanxin" userId="1c62a4babfe04bac" providerId="LiveId" clId="{F260D3E5-C826-5340-82AC-EA350D0FF93B}" dt="2021-12-23T11:17:57.269" v="596" actId="14100"/>
          <ac:picMkLst>
            <pc:docMk/>
            <pc:sldMk cId="698316005" sldId="277"/>
            <ac:picMk id="13" creationId="{A19C4A00-1575-4778-9CDC-3BE4FD8E0F08}"/>
          </ac:picMkLst>
        </pc:picChg>
        <pc:picChg chg="mod">
          <ac:chgData name="Li Fanxin" userId="1c62a4babfe04bac" providerId="LiveId" clId="{F260D3E5-C826-5340-82AC-EA350D0FF93B}" dt="2021-12-23T11:19:39.486" v="609" actId="14100"/>
          <ac:picMkLst>
            <pc:docMk/>
            <pc:sldMk cId="698316005" sldId="277"/>
            <ac:picMk id="16" creationId="{B1DFA326-9BCC-4ED8-A2C9-15E39538F64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EC6B13-0EB4-174C-A9E5-D19C2D972BD8}" type="datetimeFigureOut">
              <a:rPr lang="en-US" smtClean="0"/>
              <a:t>12/26/2021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236067-D5C0-F148-A7BE-A89A50EC6F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452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236067-D5C0-F148-A7BE-A89A50EC6FB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9006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236067-D5C0-F148-A7BE-A89A50EC6FB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1555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236067-D5C0-F148-A7BE-A89A50EC6FB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0448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236067-D5C0-F148-A7BE-A89A50EC6FB4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8829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F2879-63B7-A349-8C2C-64BFD241CC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BAB340-378B-7D41-BDB9-EE057053A5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1A4D1C-4EE6-6E40-9071-641AECF30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7ADB8-E565-E749-B66E-9933B59DD905}" type="datetime1">
              <a:rPr lang="zh-CN" altLang="en-US" smtClean="0"/>
              <a:t>2021/12/26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312358-C939-B246-85AD-2527E408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779C46-80F3-F94F-AFDB-BBBE4C8D8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FC2E9-8E8C-8247-A50E-F8E5ABE194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626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51AEE-AE50-1D44-84D6-33D4CDA31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A3ADCB-247F-734E-82C7-4ABB31DDB4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084BE0-F08D-834A-9696-965387332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AF264-18D6-A74D-9125-9D0273008041}" type="datetime1">
              <a:rPr lang="zh-CN" altLang="en-US" smtClean="0"/>
              <a:t>2021/12/26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6C3DC8-BE65-C349-A8AB-B45D2DEA7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63E399-6174-F242-8388-0EA729AE3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FC2E9-8E8C-8247-A50E-F8E5ABE194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773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986AE-7D70-4846-844B-DB33C1649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765E4E-14C2-6848-97FA-F3E01690A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76E127-3C8B-0D4E-9288-C6723E18A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91D4A-5ED6-EB46-814F-1422A11F89F6}" type="datetime1">
              <a:rPr lang="zh-CN" altLang="en-US" smtClean="0"/>
              <a:t>2021/12/26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18C5DE-5849-5545-95B6-D04E1A893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DAC49E-0290-5D41-B164-74B4C3C1B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FC2E9-8E8C-8247-A50E-F8E5ABE194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355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89BC4-366B-524F-BCCC-FCD051D83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31315A-407C-754D-B8A0-BBC9DE3EB8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116C5B-AC30-4349-8A77-7E370EAF48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E473EB-76AC-FB45-B670-5851B7BD4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8D6E1-6C22-CF4A-B4A3-FFFF3FD297CB}" type="datetime1">
              <a:rPr lang="zh-CN" altLang="en-US" smtClean="0"/>
              <a:t>2021/12/26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B65949-5AE4-8E4B-8010-08A1FCA6D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C0C4BD-6744-2F4F-9671-806E784E5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FC2E9-8E8C-8247-A50E-F8E5ABE194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835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8F7FF-0FED-BD4E-BEA3-ED53FF49D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4FD691-D23A-F647-A998-9D88238011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4EF434-1FD0-5246-A18B-7CB309DEC4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15B255-8815-DF42-9C49-AA6B936E45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A64828-3B66-D54C-9E29-88B076AECD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72CB9A-BFDE-5B41-8E60-126261675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0BA4C-BE48-2A42-807A-76FC65B5AFC8}" type="datetime1">
              <a:rPr lang="zh-CN" altLang="en-US" smtClean="0"/>
              <a:t>2021/12/26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B28A89-BA9D-DA4B-9547-155E49D51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B20314-EA10-AC45-A602-C9DE9C60C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FC2E9-8E8C-8247-A50E-F8E5ABE194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148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CC9B4-4BCA-B64B-89CC-951556744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802701-82BD-E240-9962-342D2B3F4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AA1AB-3B8E-674F-B1AF-B6850F49F9FB}" type="datetime1">
              <a:rPr lang="zh-CN" altLang="en-US" smtClean="0"/>
              <a:t>2021/12/26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241541-177D-BD4B-A40D-74233AC8D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F16F02-67EC-D740-AF46-4E03CE005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FC2E9-8E8C-8247-A50E-F8E5ABE194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386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B2C73F-3D5E-0F48-ADD9-6298F1AB8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4AB6D-7BC4-C04D-83FC-AFF333F78D3C}" type="datetime1">
              <a:rPr lang="zh-CN" altLang="en-US" smtClean="0"/>
              <a:t>2021/12/26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2274C3-9865-A24F-A222-696583AC9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D095DB-4AB0-B545-936D-D40BEDDE7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FC2E9-8E8C-8247-A50E-F8E5ABE194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120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F811D-C960-5F44-A89E-D0CA9CB22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FDC8F9-C8ED-BC41-97C7-B60E819601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242E8C-0716-5E4A-86F0-FC0BAF9A81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03C3BF-DFD6-F84E-8188-DFA3146A7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63E31-D5F3-B647-8C00-233CC75D6688}" type="datetime1">
              <a:rPr lang="zh-CN" altLang="en-US" smtClean="0"/>
              <a:t>2021/12/26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182113-004C-2D41-AF36-EF5D86254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A46404-3476-6445-B608-F9EF8BB33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FC2E9-8E8C-8247-A50E-F8E5ABE194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443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2E2E5-EDBF-CE41-A8DF-78D471D1F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A7EF05-7B8B-E34E-A928-B08985092F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6E79BD-9E41-3F4C-9F91-4D0EF033BE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240339-8221-0949-A28F-4280FA22B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87176-A21A-3649-ADF1-A26820128AF0}" type="datetime1">
              <a:rPr lang="zh-CN" altLang="en-US" smtClean="0"/>
              <a:t>2021/12/26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979BD5-82E1-E24B-8D3D-C8E78445E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DA844C-F65F-8545-870C-D5BCDED3A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FC2E9-8E8C-8247-A50E-F8E5ABE194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4049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9E3A3-8973-F648-B68A-9914D4356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6C8127-6DDD-7746-A413-B4B45C1D14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ED9948-B75F-E54D-A4D1-EB90F2852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30718-6F26-0348-9B74-C0B8D7FAEFF8}" type="datetime1">
              <a:rPr lang="zh-CN" altLang="en-US" smtClean="0"/>
              <a:t>2021/12/26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53A913-CB6F-D74E-9609-7A6D8860B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129B7D-537D-2344-BCB6-23EA37398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FC2E9-8E8C-8247-A50E-F8E5ABE194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7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40F17E-F51F-E941-AAC4-5A4A5E7ABD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975A91-6DA5-C543-8B9B-46793C01A1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B9E14A-0427-EA43-B5BE-DC5359F77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FA153-80E0-B946-AAFF-DF21F5D76E8A}" type="datetime1">
              <a:rPr lang="zh-CN" altLang="en-US" smtClean="0"/>
              <a:t>2021/12/26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FC4246-A1AB-CF46-9AC1-B93D42903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B6ED80-A5D1-E049-B7D6-4788EA821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FC2E9-8E8C-8247-A50E-F8E5ABE194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064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017FF2-0D25-C44D-A84D-15840D238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70F538-96A8-B84D-BDEC-E138EDC612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5F425C-D853-DE47-BEC4-FB4E6B8DDF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47749A-04EF-EF46-B9C0-FA55EE85FE7A}" type="datetime1">
              <a:rPr lang="zh-CN" altLang="en-US" smtClean="0"/>
              <a:t>2021/12/26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DFAFBA-9C4E-2E41-B4DA-793BCF2BB4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702CBF-CC87-4D4C-A5C4-9482311911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5FC2E9-8E8C-8247-A50E-F8E5ABE194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109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60E03-226B-E349-AD58-FC741E2803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4018" y="1045174"/>
            <a:ext cx="7930267" cy="2795160"/>
          </a:xfrm>
        </p:spPr>
        <p:txBody>
          <a:bodyPr>
            <a:normAutofit/>
          </a:bodyPr>
          <a:lstStyle/>
          <a:p>
            <a:r>
              <a:rPr lang="en-US" sz="4400" dirty="0"/>
              <a:t>Multi-dimensional Parallel Training Systems for Big AI Models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2F819E-48CA-0641-8B06-01CC5CCBE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53537" y="4174333"/>
            <a:ext cx="4599197" cy="1136843"/>
          </a:xfrm>
        </p:spPr>
        <p:txBody>
          <a:bodyPr>
            <a:normAutofit/>
          </a:bodyPr>
          <a:lstStyle/>
          <a:p>
            <a:r>
              <a:rPr lang="en-US" sz="1800" dirty="0"/>
              <a:t>Speaker: Dr. Heming Cui</a:t>
            </a:r>
          </a:p>
          <a:p>
            <a:r>
              <a:rPr lang="en-US" sz="1800" dirty="0"/>
              <a:t>Associate Professor, Dept of Computer Science,</a:t>
            </a:r>
          </a:p>
          <a:p>
            <a:r>
              <a:rPr lang="en-US" sz="1800" dirty="0"/>
              <a:t>the University of Hong Kong (HKU)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42C520-CFDA-2443-948D-8AF7C7D29B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7376" y="2710396"/>
            <a:ext cx="2264887" cy="255919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7B188F2-BABD-2D4F-A1ED-048DB8841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FC2E9-8E8C-8247-A50E-F8E5ABE194F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2557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8BD538-4F1D-42B9-B7F0-953BB2CBA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My Students and Papers Written by Them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B95292-3ED0-401A-9955-3BA20574E0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altLang="zh-CN" dirty="0"/>
              <a:t>HKU prof. since 2015, independently built a parallel &amp; distributed systems research group </a:t>
            </a:r>
          </a:p>
          <a:p>
            <a:pPr lvl="1"/>
            <a:r>
              <a:rPr lang="en-US" altLang="zh-CN" dirty="0"/>
              <a:t>Now I directly supervise about 20 ongoing PhD students and 10 ongoing Mphil students in HKU</a:t>
            </a:r>
          </a:p>
          <a:p>
            <a:r>
              <a:rPr lang="en-US" altLang="zh-CN" dirty="0"/>
              <a:t>Distributed consensus &amp; transactional systems, and VM systems</a:t>
            </a:r>
          </a:p>
          <a:p>
            <a:pPr lvl="1"/>
            <a:r>
              <a:rPr lang="en-US" altLang="zh-CN" dirty="0"/>
              <a:t>[Crane SOSP '15], [Apus SOCC '17], [Plover NSDI '18], [</a:t>
            </a:r>
            <a:r>
              <a:rPr lang="en-US" altLang="zh-CN" dirty="0" err="1"/>
              <a:t>vMigrator</a:t>
            </a:r>
            <a:r>
              <a:rPr lang="en-US" altLang="zh-CN" dirty="0"/>
              <a:t> ATC '18], [Fulva SRDS '19],    [</a:t>
            </a:r>
            <a:r>
              <a:rPr lang="en-US" altLang="zh-CN" dirty="0" err="1"/>
              <a:t>vSMT</a:t>
            </a:r>
            <a:r>
              <a:rPr lang="en-US" altLang="zh-CN" dirty="0"/>
              <a:t>-IO ATC '20], [</a:t>
            </a:r>
            <a:r>
              <a:rPr lang="en-US" altLang="zh-CN" dirty="0" err="1"/>
              <a:t>Eges</a:t>
            </a:r>
            <a:r>
              <a:rPr lang="en-US" altLang="zh-CN" dirty="0"/>
              <a:t> Performance '21], [</a:t>
            </a:r>
            <a:r>
              <a:rPr lang="en-US" altLang="zh-CN" dirty="0" err="1"/>
              <a:t>Dast</a:t>
            </a:r>
            <a:r>
              <a:rPr lang="en-US" altLang="zh-CN" dirty="0"/>
              <a:t> </a:t>
            </a:r>
            <a:r>
              <a:rPr lang="en-US" altLang="zh-CN" dirty="0" err="1"/>
              <a:t>EuroSys</a:t>
            </a:r>
            <a:r>
              <a:rPr lang="en-US" altLang="zh-CN" dirty="0"/>
              <a:t> '21], [</a:t>
            </a:r>
            <a:r>
              <a:rPr lang="en-US" altLang="zh-CN" dirty="0" err="1"/>
              <a:t>Bidl</a:t>
            </a:r>
            <a:r>
              <a:rPr lang="en-US" altLang="zh-CN" dirty="0"/>
              <a:t> SOSP '21]</a:t>
            </a:r>
          </a:p>
          <a:p>
            <a:r>
              <a:rPr lang="en-US" altLang="zh-CN" dirty="0"/>
              <a:t>Parallel AI training/serving systems</a:t>
            </a:r>
          </a:p>
          <a:p>
            <a:pPr lvl="1"/>
            <a:r>
              <a:rPr lang="en-US" altLang="zh-CN" dirty="0"/>
              <a:t>[Hams DSN '20], </a:t>
            </a:r>
            <a:r>
              <a:rPr lang="en-US" altLang="zh-CN" dirty="0">
                <a:solidFill>
                  <a:srgbClr val="0070C0"/>
                </a:solidFill>
              </a:rPr>
              <a:t>[</a:t>
            </a:r>
            <a:r>
              <a:rPr lang="en-US" altLang="zh-CN" dirty="0" err="1">
                <a:solidFill>
                  <a:srgbClr val="0070C0"/>
                </a:solidFill>
              </a:rPr>
              <a:t>Vpipe</a:t>
            </a:r>
            <a:r>
              <a:rPr lang="en-US" altLang="zh-CN" dirty="0">
                <a:solidFill>
                  <a:srgbClr val="0070C0"/>
                </a:solidFill>
              </a:rPr>
              <a:t> TPDS '21], [</a:t>
            </a:r>
            <a:r>
              <a:rPr lang="en-US" altLang="zh-CN" dirty="0" err="1">
                <a:solidFill>
                  <a:srgbClr val="0070C0"/>
                </a:solidFill>
              </a:rPr>
              <a:t>Naspipe</a:t>
            </a:r>
            <a:r>
              <a:rPr lang="en-US" altLang="zh-CN" dirty="0">
                <a:solidFill>
                  <a:srgbClr val="0070C0"/>
                </a:solidFill>
              </a:rPr>
              <a:t> ASPLOS '22] (accepted)</a:t>
            </a:r>
          </a:p>
          <a:p>
            <a:r>
              <a:rPr lang="en-US" altLang="zh-CN" dirty="0"/>
              <a:t>TEE-powered secure distributed big-data computing systems </a:t>
            </a:r>
            <a:r>
              <a:rPr lang="en-US" altLang="zh-CN" dirty="0">
                <a:solidFill>
                  <a:srgbClr val="FF0000"/>
                </a:solidFill>
                <a:sym typeface="Wingdings" panose="05000000000000000000" pitchFamily="2" charset="2"/>
              </a:rPr>
              <a:t> secure OS (future plan)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en-US" altLang="zh-CN" dirty="0"/>
              <a:t>[</a:t>
            </a:r>
            <a:r>
              <a:rPr lang="en-US" altLang="zh-CN" dirty="0" err="1"/>
              <a:t>kakute</a:t>
            </a:r>
            <a:r>
              <a:rPr lang="en-US" altLang="zh-CN" dirty="0"/>
              <a:t> ACSAC '17] (best paper award), [</a:t>
            </a:r>
            <a:r>
              <a:rPr lang="en-US" altLang="zh-CN" dirty="0" err="1"/>
              <a:t>Upa</a:t>
            </a:r>
            <a:r>
              <a:rPr lang="en-US" altLang="zh-CN" dirty="0"/>
              <a:t> DSN '20], [Uranus </a:t>
            </a:r>
            <a:r>
              <a:rPr lang="en-US" altLang="zh-CN" dirty="0" err="1"/>
              <a:t>AsiaCCS</a:t>
            </a:r>
            <a:r>
              <a:rPr lang="en-US" altLang="zh-CN" dirty="0"/>
              <a:t> '20], [</a:t>
            </a:r>
            <a:r>
              <a:rPr lang="en-US" altLang="zh-CN" dirty="0" err="1"/>
              <a:t>Daenet</a:t>
            </a:r>
            <a:r>
              <a:rPr lang="en-US" altLang="zh-CN" dirty="0"/>
              <a:t> TDSC '21]</a:t>
            </a:r>
          </a:p>
          <a:p>
            <a:pPr lvl="1"/>
            <a:r>
              <a:rPr lang="en-US" altLang="zh-CN" dirty="0"/>
              <a:t>Uranus: core of Huawei’s </a:t>
            </a:r>
            <a:r>
              <a:rPr lang="en-US" altLang="zh-CN" dirty="0" err="1"/>
              <a:t>Trusted&amp;Intelligent</a:t>
            </a:r>
            <a:r>
              <a:rPr lang="en-US" altLang="zh-CN" dirty="0"/>
              <a:t> Cloud Services (</a:t>
            </a:r>
            <a:r>
              <a:rPr lang="en-US" altLang="zh-CN" dirty="0">
                <a:solidFill>
                  <a:srgbClr val="0070C0"/>
                </a:solidFill>
              </a:rPr>
              <a:t>huaweicloud.com/product/tics.html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Testing systems &amp; software quality</a:t>
            </a:r>
          </a:p>
          <a:p>
            <a:pPr lvl="1"/>
            <a:r>
              <a:rPr lang="en-US" altLang="zh-CN" dirty="0"/>
              <a:t>[Owl DSN '20], [Program smoothing fuzzing, ICSE '22] (accepted), [</a:t>
            </a:r>
            <a:r>
              <a:rPr lang="en-US" altLang="zh-CN" dirty="0" err="1"/>
              <a:t>HavocDMA</a:t>
            </a:r>
            <a:r>
              <a:rPr lang="en-US" altLang="zh-CN" dirty="0"/>
              <a:t> ICSE '22] (accepted)</a:t>
            </a:r>
          </a:p>
          <a:p>
            <a:r>
              <a:rPr lang="en-US" altLang="zh-CN" dirty="0"/>
              <a:t>Wireless &amp; distributed robotic operating systems </a:t>
            </a:r>
            <a:r>
              <a:rPr lang="en-US" altLang="zh-CN" dirty="0">
                <a:solidFill>
                  <a:srgbClr val="FF0000"/>
                </a:solidFill>
                <a:sym typeface="Wingdings" panose="05000000000000000000" pitchFamily="2" charset="2"/>
              </a:rPr>
              <a:t> distributed robotic OS (future plan)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en-US" altLang="zh-CN" dirty="0"/>
              <a:t>[Colored TDMA, MASS '20], [Muti-view robots, ICPADS '21], [</a:t>
            </a:r>
            <a:r>
              <a:rPr lang="en-US" altLang="zh-CN" dirty="0" err="1"/>
              <a:t>Coorp</a:t>
            </a:r>
            <a:r>
              <a:rPr lang="en-US" altLang="zh-CN" dirty="0"/>
              <a:t> IEEE IOT Journal '22] (accepted)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34B2C2F-9796-FB48-A737-5D089C4F7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FC2E9-8E8C-8247-A50E-F8E5ABE194F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534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4AB26-D0F8-0646-BFA3-346857D2F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Trends of Machine Learning (ML)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5D0253-E548-3548-892F-D936057645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32008" cy="4351338"/>
          </a:xfrm>
        </p:spPr>
        <p:txBody>
          <a:bodyPr/>
          <a:lstStyle/>
          <a:p>
            <a:r>
              <a:rPr lang="en-US" dirty="0"/>
              <a:t>Large models succeed in tasks including NLP, Computer Vision, …</a:t>
            </a:r>
          </a:p>
          <a:p>
            <a:pPr lvl="1"/>
            <a:r>
              <a:rPr lang="en-US" dirty="0"/>
              <a:t>Transformer based: BERT, Vision Transformer, GPT-2, GPT-3</a:t>
            </a:r>
          </a:p>
          <a:p>
            <a:r>
              <a:rPr lang="en-US" dirty="0"/>
              <a:t>Huge mount of parameters =&gt; </a:t>
            </a:r>
            <a:r>
              <a:rPr lang="en-US" altLang="zh-CN" dirty="0"/>
              <a:t>training</a:t>
            </a:r>
            <a:r>
              <a:rPr lang="zh-CN" altLang="en-US" dirty="0"/>
              <a:t> </a:t>
            </a:r>
            <a:r>
              <a:rPr lang="en-US" altLang="zh-CN" dirty="0"/>
              <a:t>exceeds</a:t>
            </a:r>
            <a:r>
              <a:rPr lang="zh-CN" altLang="en-US" dirty="0"/>
              <a:t> </a:t>
            </a:r>
            <a:r>
              <a:rPr lang="en-US" dirty="0"/>
              <a:t>a single GPU's capacity</a:t>
            </a:r>
          </a:p>
          <a:p>
            <a:pPr lvl="1"/>
            <a:r>
              <a:rPr lang="en-US" dirty="0"/>
              <a:t>GPT-3 175 billion parameters</a:t>
            </a:r>
          </a:p>
          <a:p>
            <a:pPr lvl="1"/>
            <a:r>
              <a:rPr lang="en-US" dirty="0"/>
              <a:t>CPM-Large 10+ billion parameters</a:t>
            </a:r>
          </a:p>
          <a:p>
            <a:pPr lvl="2"/>
            <a:r>
              <a:rPr lang="en-US" dirty="0"/>
              <a:t>GPT-2 workaround for Chinese</a:t>
            </a:r>
          </a:p>
          <a:p>
            <a:r>
              <a:rPr lang="en-US" dirty="0"/>
              <a:t>Complex architectures </a:t>
            </a:r>
            <a:r>
              <a:rPr lang="en-US" altLang="zh-CN" dirty="0"/>
              <a:t>=&gt;</a:t>
            </a:r>
            <a:r>
              <a:rPr lang="zh-CN" altLang="en-US" dirty="0"/>
              <a:t> </a:t>
            </a:r>
            <a:r>
              <a:rPr lang="en-US" dirty="0"/>
              <a:t>expedit</a:t>
            </a:r>
            <a:r>
              <a:rPr lang="en-US" altLang="zh-CN" dirty="0"/>
              <a:t>es</a:t>
            </a:r>
            <a:r>
              <a:rPr lang="en-US" dirty="0"/>
              <a:t> Exploratory and Dynamic </a:t>
            </a:r>
            <a:r>
              <a:rPr lang="en-US" altLang="zh-CN" dirty="0"/>
              <a:t>training</a:t>
            </a:r>
            <a:endParaRPr lang="en-US" dirty="0"/>
          </a:p>
          <a:p>
            <a:pPr lvl="1"/>
            <a:r>
              <a:rPr lang="en-US" altLang="zh-CN" dirty="0"/>
              <a:t>E.g.,</a:t>
            </a:r>
            <a:r>
              <a:rPr lang="zh-CN" altLang="en-US" dirty="0"/>
              <a:t> </a:t>
            </a:r>
            <a:r>
              <a:rPr lang="en-US" altLang="zh-CN" dirty="0"/>
              <a:t>Neural</a:t>
            </a:r>
            <a:r>
              <a:rPr lang="zh-CN" altLang="en-US" dirty="0"/>
              <a:t> </a:t>
            </a:r>
            <a:r>
              <a:rPr lang="en-US" altLang="zh-CN" dirty="0"/>
              <a:t>Architecture</a:t>
            </a:r>
            <a:r>
              <a:rPr lang="zh-CN" altLang="en-US" dirty="0"/>
              <a:t> </a:t>
            </a:r>
            <a:r>
              <a:rPr lang="en-US" altLang="zh-CN" dirty="0"/>
              <a:t>Search (NAS)</a:t>
            </a:r>
            <a:r>
              <a:rPr lang="zh-CN" altLang="en-US" dirty="0"/>
              <a:t> </a:t>
            </a:r>
            <a:r>
              <a:rPr lang="en-US" altLang="zh-CN" dirty="0"/>
              <a:t>=&gt;</a:t>
            </a:r>
            <a:r>
              <a:rPr lang="zh-CN" altLang="en-US" dirty="0"/>
              <a:t> </a:t>
            </a:r>
            <a:r>
              <a:rPr lang="en-US" altLang="zh-CN" dirty="0"/>
              <a:t>Evolved</a:t>
            </a:r>
            <a:r>
              <a:rPr lang="zh-CN" altLang="en-US" dirty="0"/>
              <a:t> </a:t>
            </a:r>
            <a:r>
              <a:rPr lang="en-US" altLang="zh-CN" dirty="0"/>
              <a:t>Transformer</a:t>
            </a:r>
            <a:r>
              <a:rPr lang="zh-CN" altLang="en-US" dirty="0"/>
              <a:t> </a:t>
            </a:r>
            <a:endParaRPr lang="en-HK" altLang="zh-CN" dirty="0"/>
          </a:p>
          <a:p>
            <a:pPr lvl="1"/>
            <a:r>
              <a:rPr lang="en-US" altLang="zh-CN" dirty="0"/>
              <a:t>DNN</a:t>
            </a:r>
            <a:r>
              <a:rPr lang="zh-CN" altLang="en-US" dirty="0"/>
              <a:t> </a:t>
            </a:r>
            <a:r>
              <a:rPr lang="en-US" altLang="zh-CN" dirty="0"/>
              <a:t>Architectures</a:t>
            </a:r>
            <a:r>
              <a:rPr lang="zh-CN" altLang="en-US" dirty="0"/>
              <a:t> </a:t>
            </a:r>
            <a:r>
              <a:rPr lang="en-US" altLang="zh-CN" dirty="0"/>
              <a:t>vary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minute</a:t>
            </a:r>
            <a:r>
              <a:rPr lang="zh-CN" altLang="en-US" dirty="0"/>
              <a:t> </a:t>
            </a:r>
            <a:r>
              <a:rPr lang="en-US" altLang="zh-CN" dirty="0"/>
              <a:t>level</a:t>
            </a:r>
            <a:endParaRPr lang="en-US" dirty="0"/>
          </a:p>
          <a:p>
            <a:r>
              <a:rPr lang="en-US" dirty="0"/>
              <a:t>Bring challenges to existing parallel training systems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0635E65-392C-5A4E-B9D3-590AE7088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FC2E9-8E8C-8247-A50E-F8E5ABE194F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870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F8398-1B6C-CD4A-9CE9-DBA849F5B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Revisit</a:t>
            </a:r>
            <a:r>
              <a:rPr lang="zh-CN" altLang="en-US" dirty="0"/>
              <a:t> </a:t>
            </a:r>
            <a:r>
              <a:rPr lang="en-US" altLang="zh-CN" dirty="0"/>
              <a:t>DNN</a:t>
            </a:r>
            <a:r>
              <a:rPr lang="zh-CN" altLang="en-US" dirty="0"/>
              <a:t> </a:t>
            </a:r>
            <a:r>
              <a:rPr lang="en-US" altLang="zh-CN" dirty="0"/>
              <a:t>Training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80944-B157-CE4B-AF40-E0E40F8535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Batch-based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Iterative</a:t>
            </a:r>
            <a:r>
              <a:rPr lang="zh-CN" altLang="en-US" dirty="0"/>
              <a:t> </a:t>
            </a:r>
            <a:r>
              <a:rPr lang="en-US" altLang="zh-CN" dirty="0"/>
              <a:t>data</a:t>
            </a:r>
            <a:r>
              <a:rPr lang="zh-CN" altLang="en-US" dirty="0"/>
              <a:t> </a:t>
            </a:r>
            <a:r>
              <a:rPr lang="en-US" altLang="zh-CN" dirty="0"/>
              <a:t>processing:</a:t>
            </a:r>
          </a:p>
          <a:p>
            <a:pPr lvl="1"/>
            <a:r>
              <a:rPr lang="en-US" altLang="zh-CN" dirty="0"/>
              <a:t>Forward</a:t>
            </a:r>
            <a:r>
              <a:rPr lang="zh-CN" altLang="en-US" dirty="0"/>
              <a:t> </a:t>
            </a:r>
            <a:r>
              <a:rPr lang="en-US" altLang="zh-CN" dirty="0"/>
              <a:t>Pass:</a:t>
            </a:r>
            <a:r>
              <a:rPr lang="zh-CN" altLang="en-US" dirty="0"/>
              <a:t> </a:t>
            </a:r>
            <a:r>
              <a:rPr lang="en-US" altLang="zh-CN" dirty="0"/>
              <a:t>compute</a:t>
            </a:r>
            <a:r>
              <a:rPr lang="zh-CN" altLang="en-US" dirty="0"/>
              <a:t> </a:t>
            </a:r>
            <a:r>
              <a:rPr lang="en-US" altLang="zh-CN" dirty="0"/>
              <a:t>loss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produces</a:t>
            </a:r>
            <a:r>
              <a:rPr lang="zh-CN" altLang="en-US" dirty="0"/>
              <a:t> </a:t>
            </a:r>
            <a:r>
              <a:rPr lang="en-US" altLang="zh-CN" dirty="0"/>
              <a:t>activations</a:t>
            </a:r>
            <a:endParaRPr lang="en-HK" altLang="zh-CN" dirty="0"/>
          </a:p>
          <a:p>
            <a:pPr lvl="1"/>
            <a:r>
              <a:rPr lang="en-US" altLang="zh-CN" dirty="0"/>
              <a:t>Backward</a:t>
            </a:r>
            <a:r>
              <a:rPr lang="zh-CN" altLang="en-US" dirty="0"/>
              <a:t> </a:t>
            </a:r>
            <a:r>
              <a:rPr lang="en-US" altLang="zh-CN" dirty="0"/>
              <a:t>Pass:</a:t>
            </a:r>
            <a:r>
              <a:rPr lang="zh-CN" altLang="en-US" dirty="0"/>
              <a:t> </a:t>
            </a:r>
            <a:r>
              <a:rPr lang="en-US" altLang="zh-CN" dirty="0"/>
              <a:t>back-propagate</a:t>
            </a:r>
            <a:r>
              <a:rPr lang="zh-CN" altLang="en-US" dirty="0"/>
              <a:t> </a:t>
            </a:r>
            <a:r>
              <a:rPr lang="en-US" altLang="zh-CN" dirty="0"/>
              <a:t>loss,</a:t>
            </a:r>
            <a:r>
              <a:rPr lang="zh-CN" altLang="en-US" dirty="0"/>
              <a:t> </a:t>
            </a:r>
            <a:r>
              <a:rPr lang="en-US" altLang="zh-CN" dirty="0"/>
              <a:t>produces</a:t>
            </a:r>
            <a:r>
              <a:rPr lang="zh-CN" altLang="en-US" dirty="0"/>
              <a:t> </a:t>
            </a:r>
            <a:r>
              <a:rPr lang="en-US" altLang="zh-CN" dirty="0"/>
              <a:t>gradient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consumes</a:t>
            </a:r>
            <a:r>
              <a:rPr lang="zh-CN" altLang="en-US" dirty="0"/>
              <a:t> </a:t>
            </a:r>
            <a:r>
              <a:rPr lang="en-US" altLang="zh-CN" dirty="0"/>
              <a:t>activations</a:t>
            </a:r>
          </a:p>
          <a:p>
            <a:pPr lvl="1"/>
            <a:r>
              <a:rPr lang="en-US" altLang="zh-CN" dirty="0"/>
              <a:t>Optimizer</a:t>
            </a:r>
            <a:r>
              <a:rPr lang="zh-CN" altLang="en-US" dirty="0"/>
              <a:t> </a:t>
            </a:r>
            <a:r>
              <a:rPr lang="en-US" altLang="zh-CN" dirty="0"/>
              <a:t>Step:</a:t>
            </a:r>
            <a:r>
              <a:rPr lang="zh-CN" altLang="en-US" dirty="0"/>
              <a:t> </a:t>
            </a:r>
            <a:r>
              <a:rPr lang="en-US" altLang="zh-CN" dirty="0"/>
              <a:t>update</a:t>
            </a:r>
            <a:r>
              <a:rPr lang="zh-CN" altLang="en-US" dirty="0"/>
              <a:t> </a:t>
            </a:r>
            <a:r>
              <a:rPr lang="en-US" altLang="zh-CN" dirty="0"/>
              <a:t>parameters</a:t>
            </a:r>
            <a:r>
              <a:rPr lang="zh-CN" altLang="en-US" dirty="0"/>
              <a:t> </a:t>
            </a:r>
            <a:r>
              <a:rPr lang="en-US" altLang="zh-CN" dirty="0"/>
              <a:t>according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history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produced</a:t>
            </a:r>
            <a:r>
              <a:rPr lang="zh-CN" altLang="en-US" dirty="0"/>
              <a:t> </a:t>
            </a:r>
            <a:r>
              <a:rPr lang="en-US" altLang="zh-CN" dirty="0"/>
              <a:t>gradient</a:t>
            </a:r>
          </a:p>
          <a:p>
            <a:r>
              <a:rPr lang="en-US" altLang="zh-CN" dirty="0"/>
              <a:t>GPU memory</a:t>
            </a:r>
            <a:r>
              <a:rPr lang="zh-CN" altLang="en-US" dirty="0"/>
              <a:t> </a:t>
            </a:r>
            <a:r>
              <a:rPr lang="en-US" altLang="zh-CN" dirty="0"/>
              <a:t>consumption</a:t>
            </a:r>
          </a:p>
          <a:p>
            <a:pPr lvl="1"/>
            <a:r>
              <a:rPr lang="en-US" altLang="zh-CN" dirty="0"/>
              <a:t>Model</a:t>
            </a:r>
            <a:r>
              <a:rPr lang="zh-CN" altLang="en-US" dirty="0"/>
              <a:t> </a:t>
            </a:r>
            <a:r>
              <a:rPr lang="en-US" altLang="zh-CN" dirty="0"/>
              <a:t>Parameters</a:t>
            </a:r>
            <a:r>
              <a:rPr lang="zh-CN" altLang="en-US" dirty="0"/>
              <a:t> </a:t>
            </a:r>
            <a:r>
              <a:rPr lang="en-US" altLang="zh-CN" dirty="0"/>
              <a:t>(increase</a:t>
            </a:r>
            <a:r>
              <a:rPr lang="zh-CN" altLang="en-US" dirty="0"/>
              <a:t> </a:t>
            </a:r>
            <a:r>
              <a:rPr lang="en-US" altLang="zh-CN" dirty="0"/>
              <a:t>with</a:t>
            </a:r>
            <a:r>
              <a:rPr lang="zh-CN" altLang="en-US" dirty="0"/>
              <a:t> </a:t>
            </a:r>
            <a:r>
              <a:rPr lang="en-US" altLang="zh-CN" dirty="0"/>
              <a:t>model</a:t>
            </a:r>
            <a:r>
              <a:rPr lang="zh-CN" altLang="en-US" dirty="0"/>
              <a:t> </a:t>
            </a:r>
            <a:r>
              <a:rPr lang="en-US" altLang="zh-CN" dirty="0"/>
              <a:t>size)</a:t>
            </a:r>
          </a:p>
          <a:p>
            <a:pPr lvl="1"/>
            <a:r>
              <a:rPr lang="en-US" altLang="zh-CN" dirty="0"/>
              <a:t>Scratch</a:t>
            </a:r>
            <a:r>
              <a:rPr lang="zh-CN" altLang="en-US" dirty="0"/>
              <a:t> </a:t>
            </a:r>
            <a:r>
              <a:rPr lang="en-US" altLang="zh-CN" dirty="0"/>
              <a:t>space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computation</a:t>
            </a:r>
            <a:r>
              <a:rPr lang="zh-CN" altLang="en-US" dirty="0"/>
              <a:t> </a:t>
            </a:r>
            <a:r>
              <a:rPr lang="en-US" altLang="zh-CN" dirty="0"/>
              <a:t>(Transient</a:t>
            </a:r>
            <a:r>
              <a:rPr lang="zh-CN" altLang="en-US" dirty="0"/>
              <a:t> </a:t>
            </a:r>
            <a:r>
              <a:rPr lang="en-US" altLang="zh-CN" dirty="0"/>
              <a:t>usage,</a:t>
            </a:r>
            <a:r>
              <a:rPr lang="zh-CN" altLang="en-US" dirty="0"/>
              <a:t> </a:t>
            </a:r>
            <a:r>
              <a:rPr lang="en-US" altLang="zh-CN" dirty="0"/>
              <a:t>released</a:t>
            </a:r>
            <a:r>
              <a:rPr lang="zh-CN" altLang="en-US" dirty="0"/>
              <a:t> </a:t>
            </a:r>
            <a:r>
              <a:rPr lang="en-US" altLang="zh-CN" dirty="0"/>
              <a:t>immediately)</a:t>
            </a:r>
          </a:p>
          <a:p>
            <a:pPr lvl="1"/>
            <a:r>
              <a:rPr lang="en-US" altLang="zh-CN" dirty="0"/>
              <a:t>Activations</a:t>
            </a:r>
            <a:r>
              <a:rPr lang="zh-CN" altLang="en-US" dirty="0"/>
              <a:t> </a:t>
            </a:r>
            <a:r>
              <a:rPr lang="en-US" altLang="zh-CN" dirty="0"/>
              <a:t>(up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70-80%,</a:t>
            </a:r>
            <a:r>
              <a:rPr lang="zh-CN" altLang="en-US" dirty="0"/>
              <a:t> </a:t>
            </a:r>
            <a:r>
              <a:rPr lang="en-US" altLang="zh-CN" dirty="0"/>
              <a:t>increase</a:t>
            </a:r>
            <a:r>
              <a:rPr lang="zh-CN" altLang="en-US" dirty="0"/>
              <a:t> </a:t>
            </a:r>
            <a:r>
              <a:rPr lang="en-US" altLang="zh-CN" dirty="0"/>
              <a:t>with</a:t>
            </a:r>
            <a:r>
              <a:rPr lang="zh-CN" altLang="en-US" dirty="0"/>
              <a:t> </a:t>
            </a:r>
            <a:r>
              <a:rPr lang="en-US" altLang="zh-CN" dirty="0"/>
              <a:t>batch</a:t>
            </a:r>
            <a:r>
              <a:rPr lang="zh-CN" altLang="en-US" dirty="0"/>
              <a:t> </a:t>
            </a:r>
            <a:r>
              <a:rPr lang="en-US" altLang="zh-CN" dirty="0"/>
              <a:t>size)</a:t>
            </a:r>
          </a:p>
          <a:p>
            <a:pPr lvl="1"/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FCDC24E-A5CC-144D-82CE-E76BFDFC2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FC2E9-8E8C-8247-A50E-F8E5ABE194F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9594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EB5F7-C099-C245-AF92-B670E0910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65125"/>
            <a:ext cx="10707624" cy="1325563"/>
          </a:xfrm>
        </p:spPr>
        <p:txBody>
          <a:bodyPr/>
          <a:lstStyle/>
          <a:p>
            <a:r>
              <a:rPr lang="en-US" altLang="zh-CN" dirty="0"/>
              <a:t>3D</a:t>
            </a:r>
            <a:r>
              <a:rPr lang="zh-CN" altLang="en-US" dirty="0"/>
              <a:t> </a:t>
            </a:r>
            <a:r>
              <a:rPr lang="en-US" altLang="zh-CN" dirty="0"/>
              <a:t>Parallelism Training</a:t>
            </a:r>
            <a:br>
              <a:rPr lang="en-US" altLang="zh-CN" dirty="0"/>
            </a:br>
            <a:r>
              <a:rPr lang="en-US" altLang="zh-CN" sz="2400" dirty="0"/>
              <a:t>[a term invented by Stanford, </a:t>
            </a:r>
            <a:r>
              <a:rPr lang="en-US" altLang="zh-CN" sz="2400" dirty="0" err="1"/>
              <a:t>Matei</a:t>
            </a:r>
            <a:r>
              <a:rPr lang="en-US" altLang="zh-CN" sz="2400" dirty="0"/>
              <a:t> </a:t>
            </a:r>
            <a:r>
              <a:rPr lang="en-US" altLang="zh-CN" sz="2400" dirty="0" err="1"/>
              <a:t>Zaharia’s</a:t>
            </a:r>
            <a:r>
              <a:rPr lang="en-US" altLang="zh-CN" sz="2400" dirty="0"/>
              <a:t> group]</a:t>
            </a: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8851D8-D635-CE4E-AF1C-C645FBCC27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500" y="1825625"/>
            <a:ext cx="11163300" cy="341249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Data parallelism</a:t>
            </a:r>
          </a:p>
          <a:p>
            <a:pPr lvl="1"/>
            <a:r>
              <a:rPr lang="en-US" altLang="zh-CN" dirty="0"/>
              <a:t>Replicate</a:t>
            </a:r>
            <a:r>
              <a:rPr lang="zh-CN" altLang="en-US" dirty="0"/>
              <a:t> </a:t>
            </a:r>
            <a:r>
              <a:rPr lang="en-US" altLang="zh-CN" dirty="0"/>
              <a:t>model</a:t>
            </a:r>
            <a:r>
              <a:rPr lang="zh-CN" altLang="en-US" dirty="0"/>
              <a:t> </a:t>
            </a:r>
            <a:r>
              <a:rPr lang="en-US" altLang="zh-CN" dirty="0"/>
              <a:t>across</a:t>
            </a:r>
            <a:r>
              <a:rPr lang="zh-CN" altLang="en-US" dirty="0"/>
              <a:t> </a:t>
            </a:r>
            <a:r>
              <a:rPr lang="en-US" altLang="zh-CN" dirty="0"/>
              <a:t>GPUs, all-reduce</a:t>
            </a:r>
            <a:r>
              <a:rPr lang="zh-CN" altLang="en-US" dirty="0"/>
              <a:t> </a:t>
            </a:r>
            <a:r>
              <a:rPr lang="en-US" altLang="zh-CN" dirty="0"/>
              <a:t>gradients</a:t>
            </a:r>
          </a:p>
          <a:p>
            <a:pPr lvl="1"/>
            <a:r>
              <a:rPr lang="en-US" altLang="zh-CN" dirty="0"/>
              <a:t>Major bottleneck: large communication volume (2 x parameter size)</a:t>
            </a:r>
          </a:p>
          <a:p>
            <a:r>
              <a:rPr lang="en-US" altLang="zh-CN" dirty="0"/>
              <a:t>Tensor model parallelism</a:t>
            </a:r>
          </a:p>
          <a:p>
            <a:pPr lvl="1"/>
            <a:r>
              <a:rPr lang="en-US" altLang="zh-CN" dirty="0"/>
              <a:t>Usually applied when a single layer cannot fit in a single GPU, split a layer across GPUs</a:t>
            </a:r>
          </a:p>
          <a:p>
            <a:pPr lvl="1"/>
            <a:r>
              <a:rPr lang="en-US" altLang="zh-CN" dirty="0"/>
              <a:t>Major bottleneck: large communication volume (sync of activations)</a:t>
            </a:r>
          </a:p>
          <a:p>
            <a:r>
              <a:rPr lang="en-US" altLang="zh-CN" b="1" dirty="0"/>
              <a:t>Pipeline model parallelism (backbone of all parallel training systems)</a:t>
            </a:r>
          </a:p>
          <a:p>
            <a:pPr lvl="1"/>
            <a:r>
              <a:rPr lang="en-US" altLang="zh-CN" dirty="0"/>
              <a:t>Accelerate</a:t>
            </a:r>
            <a:r>
              <a:rPr lang="zh-CN" altLang="en-US" dirty="0"/>
              <a:t> </a:t>
            </a:r>
            <a:r>
              <a:rPr lang="en-US" altLang="zh-CN" dirty="0"/>
              <a:t>training</a:t>
            </a:r>
            <a:r>
              <a:rPr lang="zh-CN" altLang="en-US" dirty="0"/>
              <a:t> </a:t>
            </a:r>
            <a:r>
              <a:rPr lang="en-US" altLang="zh-CN" dirty="0"/>
              <a:t>with</a:t>
            </a:r>
            <a:r>
              <a:rPr lang="zh-CN" altLang="en-US" dirty="0"/>
              <a:t> </a:t>
            </a:r>
            <a:r>
              <a:rPr lang="en-US" altLang="zh-CN" dirty="0"/>
              <a:t>more</a:t>
            </a:r>
            <a:r>
              <a:rPr lang="zh-CN" altLang="en-US" dirty="0"/>
              <a:t> </a:t>
            </a:r>
            <a:r>
              <a:rPr lang="en-US" altLang="zh-CN" dirty="0"/>
              <a:t>GPUs</a:t>
            </a:r>
          </a:p>
          <a:p>
            <a:pPr lvl="1"/>
            <a:r>
              <a:rPr lang="en-US" altLang="zh-CN" dirty="0"/>
              <a:t>Support</a:t>
            </a:r>
            <a:r>
              <a:rPr lang="zh-CN" altLang="en-US" dirty="0"/>
              <a:t> </a:t>
            </a:r>
            <a:r>
              <a:rPr lang="en-US" altLang="zh-CN" dirty="0"/>
              <a:t>larger</a:t>
            </a:r>
            <a:r>
              <a:rPr lang="zh-CN" altLang="en-US" dirty="0"/>
              <a:t> </a:t>
            </a:r>
            <a:r>
              <a:rPr lang="en-US" altLang="zh-CN" dirty="0"/>
              <a:t>DNNs that</a:t>
            </a:r>
            <a:r>
              <a:rPr lang="zh-CN" altLang="en-US" dirty="0"/>
              <a:t> </a:t>
            </a:r>
            <a:r>
              <a:rPr lang="en-US" altLang="zh-CN" dirty="0"/>
              <a:t>cannot</a:t>
            </a:r>
            <a:r>
              <a:rPr lang="zh-CN" altLang="en-US" dirty="0"/>
              <a:t> </a:t>
            </a:r>
            <a:r>
              <a:rPr lang="en-US" altLang="zh-CN" dirty="0"/>
              <a:t>be</a:t>
            </a:r>
            <a:r>
              <a:rPr lang="zh-CN" altLang="en-US" dirty="0"/>
              <a:t> </a:t>
            </a:r>
            <a:r>
              <a:rPr lang="en-US" altLang="zh-CN" dirty="0"/>
              <a:t>trained</a:t>
            </a:r>
            <a:r>
              <a:rPr lang="zh-CN" altLang="en-US" dirty="0"/>
              <a:t> </a:t>
            </a:r>
            <a:r>
              <a:rPr lang="en-US" altLang="zh-CN" dirty="0"/>
              <a:t>by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single GPU</a:t>
            </a:r>
          </a:p>
          <a:p>
            <a:pPr lvl="2"/>
            <a:endParaRPr lang="en-US" altLang="zh-CN" dirty="0"/>
          </a:p>
          <a:p>
            <a:pPr lvl="1"/>
            <a:endParaRPr lang="en-US" altLang="zh-CN" b="1" dirty="0"/>
          </a:p>
          <a:p>
            <a:pPr lvl="2"/>
            <a:endParaRPr lang="en-US" altLang="zh-CN" dirty="0"/>
          </a:p>
          <a:p>
            <a:pPr lvl="1"/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EC11D78-B5CD-CD48-A0CC-9862DFA73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FC2E9-8E8C-8247-A50E-F8E5ABE194FE}" type="slidenum">
              <a:rPr lang="en-US" smtClean="0"/>
              <a:t>5</a:t>
            </a:fld>
            <a:endParaRPr lang="en-US"/>
          </a:p>
        </p:txBody>
      </p:sp>
      <p:graphicFrame>
        <p:nvGraphicFramePr>
          <p:cNvPr id="6" name="表格 6">
            <a:extLst>
              <a:ext uri="{FF2B5EF4-FFF2-40B4-BE49-F238E27FC236}">
                <a16:creationId xmlns:a16="http://schemas.microsoft.com/office/drawing/2014/main" id="{17FF6223-6BB4-4B5F-A081-4588499EB1BC}"/>
              </a:ext>
            </a:extLst>
          </p:cNvPr>
          <p:cNvGraphicFramePr>
            <a:graphicFrameLocks noGrp="1"/>
          </p:cNvGraphicFramePr>
          <p:nvPr/>
        </p:nvGraphicFramePr>
        <p:xfrm>
          <a:off x="524284" y="5121323"/>
          <a:ext cx="10510025" cy="1630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2950">
                  <a:extLst>
                    <a:ext uri="{9D8B030D-6E8A-4147-A177-3AD203B41FA5}">
                      <a16:colId xmlns:a16="http://schemas.microsoft.com/office/drawing/2014/main" val="2496586768"/>
                    </a:ext>
                  </a:extLst>
                </a:gridCol>
                <a:gridCol w="1160234">
                  <a:extLst>
                    <a:ext uri="{9D8B030D-6E8A-4147-A177-3AD203B41FA5}">
                      <a16:colId xmlns:a16="http://schemas.microsoft.com/office/drawing/2014/main" val="435520323"/>
                    </a:ext>
                  </a:extLst>
                </a:gridCol>
                <a:gridCol w="891766">
                  <a:extLst>
                    <a:ext uri="{9D8B030D-6E8A-4147-A177-3AD203B41FA5}">
                      <a16:colId xmlns:a16="http://schemas.microsoft.com/office/drawing/2014/main" val="3863683922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3538847974"/>
                    </a:ext>
                  </a:extLst>
                </a:gridCol>
                <a:gridCol w="1584000">
                  <a:extLst>
                    <a:ext uri="{9D8B030D-6E8A-4147-A177-3AD203B41FA5}">
                      <a16:colId xmlns:a16="http://schemas.microsoft.com/office/drawing/2014/main" val="2227160966"/>
                    </a:ext>
                  </a:extLst>
                </a:gridCol>
                <a:gridCol w="1908000">
                  <a:extLst>
                    <a:ext uri="{9D8B030D-6E8A-4147-A177-3AD203B41FA5}">
                      <a16:colId xmlns:a16="http://schemas.microsoft.com/office/drawing/2014/main" val="3890813170"/>
                    </a:ext>
                  </a:extLst>
                </a:gridCol>
                <a:gridCol w="1260549">
                  <a:extLst>
                    <a:ext uri="{9D8B030D-6E8A-4147-A177-3AD203B41FA5}">
                      <a16:colId xmlns:a16="http://schemas.microsoft.com/office/drawing/2014/main" val="3100244489"/>
                    </a:ext>
                  </a:extLst>
                </a:gridCol>
                <a:gridCol w="893898">
                  <a:extLst>
                    <a:ext uri="{9D8B030D-6E8A-4147-A177-3AD203B41FA5}">
                      <a16:colId xmlns:a16="http://schemas.microsoft.com/office/drawing/2014/main" val="269931431"/>
                    </a:ext>
                  </a:extLst>
                </a:gridCol>
                <a:gridCol w="1168628">
                  <a:extLst>
                    <a:ext uri="{9D8B030D-6E8A-4147-A177-3AD203B41FA5}">
                      <a16:colId xmlns:a16="http://schemas.microsoft.com/office/drawing/2014/main" val="10279700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err="1"/>
                        <a:t>PipeDream</a:t>
                      </a:r>
                      <a:r>
                        <a:rPr lang="en-US" altLang="zh-CN" sz="1400" dirty="0"/>
                        <a:t> [SOSP '19]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err="1"/>
                        <a:t>Gpipe</a:t>
                      </a:r>
                      <a:endParaRPr lang="en-US" altLang="zh-CN" sz="1400" dirty="0"/>
                    </a:p>
                    <a:p>
                      <a:pPr algn="ctr"/>
                      <a:r>
                        <a:rPr lang="en-US" altLang="zh-CN" sz="1400" dirty="0"/>
                        <a:t>[NIPS '19]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DAPPLE</a:t>
                      </a:r>
                    </a:p>
                    <a:p>
                      <a:pPr algn="ctr"/>
                      <a:r>
                        <a:rPr lang="en-US" altLang="zh-CN" sz="1400" dirty="0"/>
                        <a:t>[SC '21]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err="1"/>
                        <a:t>DeepSpeed</a:t>
                      </a:r>
                      <a:r>
                        <a:rPr lang="en-US" altLang="zh-CN" sz="1400" dirty="0"/>
                        <a:t> 3D</a:t>
                      </a:r>
                    </a:p>
                    <a:p>
                      <a:pPr algn="ctr"/>
                      <a:r>
                        <a:rPr lang="en-US" altLang="zh-CN" sz="1400" dirty="0"/>
                        <a:t>[SC '20]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err="1"/>
                        <a:t>DeepSpeed</a:t>
                      </a:r>
                      <a:r>
                        <a:rPr lang="en-US" altLang="zh-CN" sz="1400" dirty="0"/>
                        <a:t> ZERO3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[SC </a:t>
                      </a:r>
                      <a:r>
                        <a:rPr lang="en-US" altLang="zh-CN" sz="1400" b="0" dirty="0"/>
                        <a:t>'20</a:t>
                      </a:r>
                      <a:r>
                        <a:rPr lang="en-US" altLang="zh-CN" sz="1400" dirty="0"/>
                        <a:t>]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Megatron-LM</a:t>
                      </a:r>
                    </a:p>
                    <a:p>
                      <a:pPr algn="ctr"/>
                      <a:r>
                        <a:rPr lang="en-US" altLang="zh-CN" sz="1400" dirty="0"/>
                        <a:t>[SC '21]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err="1">
                          <a:solidFill>
                            <a:srgbClr val="0070C0"/>
                          </a:solidFill>
                        </a:rPr>
                        <a:t>Vpipe</a:t>
                      </a:r>
                      <a:endParaRPr lang="en-US" altLang="zh-CN" sz="1400" b="1" dirty="0">
                        <a:solidFill>
                          <a:srgbClr val="0070C0"/>
                        </a:solidFill>
                      </a:endParaRPr>
                    </a:p>
                    <a:p>
                      <a:pPr algn="ctr"/>
                      <a:r>
                        <a:rPr lang="en-US" altLang="zh-CN" sz="1400" b="1" dirty="0">
                          <a:solidFill>
                            <a:srgbClr val="0070C0"/>
                          </a:solidFill>
                        </a:rPr>
                        <a:t>[TPDS '21]</a:t>
                      </a:r>
                      <a:endParaRPr lang="zh-CN" altLang="en-US" sz="1400" b="1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err="1">
                          <a:solidFill>
                            <a:srgbClr val="0070C0"/>
                          </a:solidFill>
                        </a:rPr>
                        <a:t>NASPipe</a:t>
                      </a:r>
                      <a:endParaRPr lang="en-US" altLang="zh-CN" sz="1400" b="1" dirty="0">
                        <a:solidFill>
                          <a:srgbClr val="0070C0"/>
                        </a:solidFill>
                      </a:endParaRPr>
                    </a:p>
                    <a:p>
                      <a:pPr algn="ctr"/>
                      <a:r>
                        <a:rPr lang="en-US" altLang="zh-CN" sz="1400" b="1" dirty="0">
                          <a:solidFill>
                            <a:srgbClr val="0070C0"/>
                          </a:solidFill>
                        </a:rPr>
                        <a:t>[ASPLOS '22]</a:t>
                      </a:r>
                      <a:endParaRPr lang="zh-CN" altLang="en-US" sz="1400" b="1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7894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DP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✓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✓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✓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✓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✓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✓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i="0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✓</a:t>
                      </a:r>
                      <a:endParaRPr lang="zh-CN" altLang="en-US" sz="1400" b="1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i="0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✓</a:t>
                      </a:r>
                      <a:endParaRPr lang="zh-CN" altLang="en-US" sz="1400" b="1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2082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TP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✕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✕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✕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✓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✕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✓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i="0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✓</a:t>
                      </a:r>
                      <a:endParaRPr lang="zh-CN" altLang="en-US" sz="1400" b="1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i="0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✓</a:t>
                      </a:r>
                      <a:endParaRPr lang="zh-CN" altLang="en-US" sz="1400" b="1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56997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PP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✓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✓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✓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✓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✓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✓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i="0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✓</a:t>
                      </a:r>
                      <a:endParaRPr lang="zh-CN" altLang="en-US" sz="1400" b="1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i="0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✓</a:t>
                      </a:r>
                      <a:endParaRPr lang="zh-CN" altLang="en-US" sz="1400" b="1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0303155"/>
                  </a:ext>
                </a:extLst>
              </a:tr>
            </a:tbl>
          </a:graphicData>
        </a:graphic>
      </p:graphicFrame>
      <p:pic>
        <p:nvPicPr>
          <p:cNvPr id="10" name="图片 9">
            <a:extLst>
              <a:ext uri="{FF2B5EF4-FFF2-40B4-BE49-F238E27FC236}">
                <a16:creationId xmlns:a16="http://schemas.microsoft.com/office/drawing/2014/main" id="{C4D12463-8D4C-4287-B014-AB519B4292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5308" y="134409"/>
            <a:ext cx="4552184" cy="3124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4607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C1B906-6E92-468F-9740-AE57F70863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4400" dirty="0" err="1"/>
              <a:t>vPipe</a:t>
            </a:r>
            <a:r>
              <a:rPr lang="en-US" altLang="zh-CN" sz="4400" dirty="0"/>
              <a:t>: A Virtualized Acceleration System for Achieving Efficient and Scalable Pipeline Parallel DNN Training (IEEE TPDS 21)</a:t>
            </a:r>
            <a:endParaRPr lang="zh-CN" altLang="en-US" sz="4400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67A3524-D8A4-434D-BAF7-CBEC19FE82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 err="1">
                <a:solidFill>
                  <a:srgbClr val="0070C0"/>
                </a:solidFill>
              </a:rPr>
              <a:t>Shixiong</a:t>
            </a:r>
            <a:r>
              <a:rPr lang="en-US" altLang="zh-CN" dirty="0">
                <a:solidFill>
                  <a:srgbClr val="0070C0"/>
                </a:solidFill>
              </a:rPr>
              <a:t> Zhao, Fanxin Li, </a:t>
            </a:r>
            <a:r>
              <a:rPr lang="en-US" altLang="zh-CN" dirty="0" err="1">
                <a:solidFill>
                  <a:srgbClr val="0070C0"/>
                </a:solidFill>
              </a:rPr>
              <a:t>Xusheng</a:t>
            </a:r>
            <a:r>
              <a:rPr lang="en-US" altLang="zh-CN" dirty="0">
                <a:solidFill>
                  <a:srgbClr val="0070C0"/>
                </a:solidFill>
              </a:rPr>
              <a:t> Chen, </a:t>
            </a:r>
            <a:r>
              <a:rPr lang="en-US" altLang="zh-CN" dirty="0" err="1">
                <a:solidFill>
                  <a:srgbClr val="0070C0"/>
                </a:solidFill>
              </a:rPr>
              <a:t>Xiuxian</a:t>
            </a:r>
            <a:r>
              <a:rPr lang="en-US" altLang="zh-CN" dirty="0">
                <a:solidFill>
                  <a:srgbClr val="0070C0"/>
                </a:solidFill>
              </a:rPr>
              <a:t> Guan, </a:t>
            </a:r>
            <a:r>
              <a:rPr lang="en-US" altLang="zh-CN" dirty="0" err="1">
                <a:solidFill>
                  <a:srgbClr val="0070C0"/>
                </a:solidFill>
              </a:rPr>
              <a:t>Jianyu</a:t>
            </a:r>
            <a:r>
              <a:rPr lang="en-US" altLang="zh-CN" dirty="0">
                <a:solidFill>
                  <a:srgbClr val="0070C0"/>
                </a:solidFill>
              </a:rPr>
              <a:t> Jiang, Dong Huang, </a:t>
            </a:r>
            <a:r>
              <a:rPr lang="en-US" altLang="zh-CN" dirty="0" err="1">
                <a:solidFill>
                  <a:srgbClr val="0070C0"/>
                </a:solidFill>
              </a:rPr>
              <a:t>Yuhao</a:t>
            </a:r>
            <a:r>
              <a:rPr lang="en-US" altLang="zh-CN" dirty="0">
                <a:solidFill>
                  <a:srgbClr val="0070C0"/>
                </a:solidFill>
              </a:rPr>
              <a:t> Qing,</a:t>
            </a:r>
            <a:r>
              <a:rPr lang="en-US" altLang="zh-CN" dirty="0"/>
              <a:t> </a:t>
            </a:r>
            <a:r>
              <a:rPr lang="en-US" altLang="zh-CN" dirty="0">
                <a:solidFill>
                  <a:srgbClr val="FF0000"/>
                </a:solidFill>
              </a:rPr>
              <a:t>Sen Wang, Peng Wang, Gong Zhang,</a:t>
            </a:r>
            <a:r>
              <a:rPr lang="en-US" altLang="zh-CN" dirty="0"/>
              <a:t> </a:t>
            </a:r>
            <a:r>
              <a:rPr lang="en-US" altLang="zh-CN" dirty="0">
                <a:solidFill>
                  <a:srgbClr val="00B050"/>
                </a:solidFill>
              </a:rPr>
              <a:t>Cheng Li,</a:t>
            </a:r>
            <a:r>
              <a:rPr lang="en-US" altLang="zh-CN" dirty="0"/>
              <a:t> </a:t>
            </a:r>
            <a:r>
              <a:rPr lang="en-US" altLang="zh-CN" dirty="0">
                <a:solidFill>
                  <a:srgbClr val="0070C0"/>
                </a:solidFill>
              </a:rPr>
              <a:t>Ping Luo, Heming Cui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5FDBF50-F50A-4E73-B578-AFA21D146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FC2E9-8E8C-8247-A50E-F8E5ABE194FE}" type="slidenum">
              <a:rPr lang="en-US" smtClean="0"/>
              <a:t>6</a:t>
            </a:fld>
            <a:endParaRPr 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A19A019-073F-4AC5-9CC7-674E5F862931}"/>
              </a:ext>
            </a:extLst>
          </p:cNvPr>
          <p:cNvSpPr txBox="1"/>
          <p:nvPr/>
        </p:nvSpPr>
        <p:spPr>
          <a:xfrm>
            <a:off x="448336" y="6173914"/>
            <a:ext cx="3063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rgbClr val="0070C0"/>
                </a:solidFill>
              </a:rPr>
              <a:t>The University of Hong Kong</a:t>
            </a:r>
            <a:endParaRPr lang="zh-CN" altLang="en-US" dirty="0">
              <a:solidFill>
                <a:srgbClr val="0070C0"/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AA5E707-5EE6-4DD7-856F-C7901B090C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1211" y="5085165"/>
            <a:ext cx="838141" cy="94683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8EC7E820-17E8-45CC-A78E-7946A0B482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9962" y="5139739"/>
            <a:ext cx="1115164" cy="837688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7E82387F-DB36-42E7-ACCD-072CBE234236}"/>
              </a:ext>
            </a:extLst>
          </p:cNvPr>
          <p:cNvSpPr txBox="1"/>
          <p:nvPr/>
        </p:nvSpPr>
        <p:spPr>
          <a:xfrm>
            <a:off x="3585599" y="6169580"/>
            <a:ext cx="30638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rgbClr val="FF0000"/>
                </a:solidFill>
              </a:rPr>
              <a:t>Huawei Technologies</a:t>
            </a: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A5F6875B-30DC-4D58-9DCA-859A8FB2BA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7900" y="5085165"/>
            <a:ext cx="951205" cy="951205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4445ACB9-C230-4CE3-90C1-B312F0FA1B7D}"/>
              </a:ext>
            </a:extLst>
          </p:cNvPr>
          <p:cNvSpPr txBox="1"/>
          <p:nvPr/>
        </p:nvSpPr>
        <p:spPr>
          <a:xfrm>
            <a:off x="6695733" y="6173914"/>
            <a:ext cx="4475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rgbClr val="00B050"/>
                </a:solidFill>
              </a:rPr>
              <a:t>University of Science and Technology of China</a:t>
            </a:r>
            <a:endParaRPr lang="zh-CN" alt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62907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0373F-99C1-1E49-BF65-FBB58196D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 Parallelism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757DCB-BA26-D34E-B796-6082B60D11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Split a model's layer across GPUs, and inject multiple data batch to form a pipeline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37AF2F-2019-424A-A73E-14D56C2941A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32" t="8529" b="57828"/>
          <a:stretch/>
        </p:blipFill>
        <p:spPr>
          <a:xfrm>
            <a:off x="1753038" y="2875980"/>
            <a:ext cx="9012497" cy="155533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070C0A5-0D63-2042-9988-28E876C47A8D}"/>
              </a:ext>
            </a:extLst>
          </p:cNvPr>
          <p:cNvSpPr txBox="1"/>
          <p:nvPr/>
        </p:nvSpPr>
        <p:spPr>
          <a:xfrm>
            <a:off x="3664648" y="4402301"/>
            <a:ext cx="9252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Host</a:t>
            </a:r>
            <a:r>
              <a:rPr lang="zh-CN" altLang="en-US" dirty="0"/>
              <a:t> </a:t>
            </a:r>
            <a:r>
              <a:rPr lang="en-US" altLang="zh-CN" dirty="0"/>
              <a:t>0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3384A6-2FBE-CC44-9523-D0B5EB1F6AB6}"/>
              </a:ext>
            </a:extLst>
          </p:cNvPr>
          <p:cNvSpPr txBox="1"/>
          <p:nvPr/>
        </p:nvSpPr>
        <p:spPr>
          <a:xfrm>
            <a:off x="6459368" y="4474148"/>
            <a:ext cx="9252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Host</a:t>
            </a:r>
            <a:r>
              <a:rPr lang="zh-CN" altLang="en-US" dirty="0"/>
              <a:t> </a:t>
            </a:r>
            <a:r>
              <a:rPr lang="en-US" altLang="zh-CN" dirty="0"/>
              <a:t>1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667322-663A-7345-B302-28B16690B6E8}"/>
              </a:ext>
            </a:extLst>
          </p:cNvPr>
          <p:cNvSpPr txBox="1"/>
          <p:nvPr/>
        </p:nvSpPr>
        <p:spPr>
          <a:xfrm>
            <a:off x="8669112" y="4734301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…</a:t>
            </a:r>
            <a:endParaRPr lang="en-US"/>
          </a:p>
        </p:txBody>
      </p:sp>
      <p:sp>
        <p:nvSpPr>
          <p:cNvPr id="8" name="文本框 4">
            <a:extLst>
              <a:ext uri="{FF2B5EF4-FFF2-40B4-BE49-F238E27FC236}">
                <a16:creationId xmlns:a16="http://schemas.microsoft.com/office/drawing/2014/main" id="{B5624043-A466-BF43-B037-66CAE2FF9EA5}"/>
              </a:ext>
            </a:extLst>
          </p:cNvPr>
          <p:cNvSpPr txBox="1"/>
          <p:nvPr/>
        </p:nvSpPr>
        <p:spPr>
          <a:xfrm>
            <a:off x="3115299" y="2642717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GPU 0</a:t>
            </a:r>
          </a:p>
        </p:txBody>
      </p:sp>
      <p:sp>
        <p:nvSpPr>
          <p:cNvPr id="9" name="文本框 9">
            <a:extLst>
              <a:ext uri="{FF2B5EF4-FFF2-40B4-BE49-F238E27FC236}">
                <a16:creationId xmlns:a16="http://schemas.microsoft.com/office/drawing/2014/main" id="{CAE5C76D-C570-AC48-91BD-35988F07AA95}"/>
              </a:ext>
            </a:extLst>
          </p:cNvPr>
          <p:cNvSpPr txBox="1"/>
          <p:nvPr/>
        </p:nvSpPr>
        <p:spPr>
          <a:xfrm>
            <a:off x="4905430" y="2642717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GPU 1</a:t>
            </a:r>
          </a:p>
        </p:txBody>
      </p:sp>
      <p:sp>
        <p:nvSpPr>
          <p:cNvPr id="10" name="文本框 10">
            <a:extLst>
              <a:ext uri="{FF2B5EF4-FFF2-40B4-BE49-F238E27FC236}">
                <a16:creationId xmlns:a16="http://schemas.microsoft.com/office/drawing/2014/main" id="{06D961AC-3CF9-5B47-A00B-DF516EE911A8}"/>
              </a:ext>
            </a:extLst>
          </p:cNvPr>
          <p:cNvSpPr txBox="1"/>
          <p:nvPr/>
        </p:nvSpPr>
        <p:spPr>
          <a:xfrm>
            <a:off x="5894283" y="2632827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GPU 2</a:t>
            </a:r>
          </a:p>
        </p:txBody>
      </p:sp>
      <p:sp>
        <p:nvSpPr>
          <p:cNvPr id="11" name="文本框 11">
            <a:extLst>
              <a:ext uri="{FF2B5EF4-FFF2-40B4-BE49-F238E27FC236}">
                <a16:creationId xmlns:a16="http://schemas.microsoft.com/office/drawing/2014/main" id="{531861CC-C1AB-E54B-B165-503C81BFE757}"/>
              </a:ext>
            </a:extLst>
          </p:cNvPr>
          <p:cNvSpPr txBox="1"/>
          <p:nvPr/>
        </p:nvSpPr>
        <p:spPr>
          <a:xfrm>
            <a:off x="6803388" y="2629070"/>
            <a:ext cx="9124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GPU N</a:t>
            </a:r>
            <a:r>
              <a:rPr lang="en-US" altLang="zh-CN" sz="1400"/>
              <a:t>-3</a:t>
            </a:r>
            <a:endParaRPr lang="en-US" sz="1400"/>
          </a:p>
        </p:txBody>
      </p:sp>
      <p:sp>
        <p:nvSpPr>
          <p:cNvPr id="12" name="文本框 12">
            <a:extLst>
              <a:ext uri="{FF2B5EF4-FFF2-40B4-BE49-F238E27FC236}">
                <a16:creationId xmlns:a16="http://schemas.microsoft.com/office/drawing/2014/main" id="{DC79D053-4BB0-7540-8E43-3FD8330B09D8}"/>
              </a:ext>
            </a:extLst>
          </p:cNvPr>
          <p:cNvSpPr txBox="1"/>
          <p:nvPr/>
        </p:nvSpPr>
        <p:spPr>
          <a:xfrm>
            <a:off x="7844275" y="2629069"/>
            <a:ext cx="9124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GPU N</a:t>
            </a:r>
            <a:r>
              <a:rPr lang="en-US" altLang="zh-CN" sz="1400"/>
              <a:t>-2</a:t>
            </a:r>
            <a:endParaRPr lang="en-US" sz="1400"/>
          </a:p>
        </p:txBody>
      </p:sp>
      <p:sp>
        <p:nvSpPr>
          <p:cNvPr id="13" name="文本框 13">
            <a:extLst>
              <a:ext uri="{FF2B5EF4-FFF2-40B4-BE49-F238E27FC236}">
                <a16:creationId xmlns:a16="http://schemas.microsoft.com/office/drawing/2014/main" id="{8CCD8166-BAE1-864E-822F-E005AB9C1F4C}"/>
              </a:ext>
            </a:extLst>
          </p:cNvPr>
          <p:cNvSpPr txBox="1"/>
          <p:nvPr/>
        </p:nvSpPr>
        <p:spPr>
          <a:xfrm>
            <a:off x="8748831" y="2628277"/>
            <a:ext cx="9124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GPU N</a:t>
            </a:r>
            <a:r>
              <a:rPr lang="en-US" altLang="zh-CN" sz="1400"/>
              <a:t>-1</a:t>
            </a:r>
            <a:endParaRPr lang="en-US" sz="1400"/>
          </a:p>
        </p:txBody>
      </p:sp>
      <p:pic>
        <p:nvPicPr>
          <p:cNvPr id="14" name="图片 4">
            <a:extLst>
              <a:ext uri="{FF2B5EF4-FFF2-40B4-BE49-F238E27FC236}">
                <a16:creationId xmlns:a16="http://schemas.microsoft.com/office/drawing/2014/main" id="{B3875A69-0B95-D64E-9C1E-46BEE45F883A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747"/>
          <a:stretch/>
        </p:blipFill>
        <p:spPr>
          <a:xfrm>
            <a:off x="3653064" y="4664578"/>
            <a:ext cx="4482437" cy="231151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0DB339C-BF64-A547-9525-D5F1FD7F793A}"/>
              </a:ext>
            </a:extLst>
          </p:cNvPr>
          <p:cNvSpPr txBox="1"/>
          <p:nvPr/>
        </p:nvSpPr>
        <p:spPr>
          <a:xfrm>
            <a:off x="2886507" y="5069474"/>
            <a:ext cx="76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GPU 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EF8DF8-843E-C04C-B082-588812C60400}"/>
              </a:ext>
            </a:extLst>
          </p:cNvPr>
          <p:cNvSpPr txBox="1"/>
          <p:nvPr/>
        </p:nvSpPr>
        <p:spPr>
          <a:xfrm>
            <a:off x="2886506" y="5489900"/>
            <a:ext cx="76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GPU 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4E81AB0-7EBD-A249-AC3F-68B7FD169AA8}"/>
              </a:ext>
            </a:extLst>
          </p:cNvPr>
          <p:cNvSpPr txBox="1"/>
          <p:nvPr/>
        </p:nvSpPr>
        <p:spPr>
          <a:xfrm>
            <a:off x="2886505" y="5880720"/>
            <a:ext cx="76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GPU 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B696E85-D6C4-444E-BEC3-C14889029D29}"/>
              </a:ext>
            </a:extLst>
          </p:cNvPr>
          <p:cNvSpPr txBox="1"/>
          <p:nvPr/>
        </p:nvSpPr>
        <p:spPr>
          <a:xfrm>
            <a:off x="2886504" y="6290296"/>
            <a:ext cx="76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GPU 3</a:t>
            </a:r>
          </a:p>
        </p:txBody>
      </p:sp>
      <p:sp>
        <p:nvSpPr>
          <p:cNvPr id="19" name="灯片编号占位符 18">
            <a:extLst>
              <a:ext uri="{FF2B5EF4-FFF2-40B4-BE49-F238E27FC236}">
                <a16:creationId xmlns:a16="http://schemas.microsoft.com/office/drawing/2014/main" id="{3FA249FF-A265-F549-9A40-C0C65E082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FC2E9-8E8C-8247-A50E-F8E5ABE194F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390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CC29A-2F33-1E47-B5E7-EB6C870AB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VPipe</a:t>
            </a:r>
            <a:r>
              <a:rPr lang="en-US" dirty="0"/>
              <a:t>: our Pipeline Parallel Training System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F810C6-E647-464E-BFD1-6CBC3B592B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Virtualized distributed CPU-GPU memory management layer</a:t>
            </a:r>
          </a:p>
          <a:p>
            <a:r>
              <a:rPr lang="en-US" dirty="0"/>
              <a:t>Achieved cutting-edge training throughput on big models (e.g., BERT)</a:t>
            </a:r>
          </a:p>
          <a:p>
            <a:pPr lvl="1"/>
            <a:r>
              <a:rPr lang="en-US" dirty="0"/>
              <a:t>2x throughput </a:t>
            </a:r>
            <a:r>
              <a:rPr lang="en-US" dirty="0" err="1"/>
              <a:t>v.s</a:t>
            </a:r>
            <a:r>
              <a:rPr lang="en-US" dirty="0"/>
              <a:t>. Pipedream (Microsoft, SOSP '19)</a:t>
            </a:r>
          </a:p>
          <a:p>
            <a:pPr lvl="1"/>
            <a:r>
              <a:rPr lang="en-US" dirty="0"/>
              <a:t>1.3x throughput </a:t>
            </a:r>
            <a:r>
              <a:rPr lang="en-US" dirty="0" err="1"/>
              <a:t>v.s</a:t>
            </a:r>
            <a:r>
              <a:rPr lang="en-US" dirty="0"/>
              <a:t>. </a:t>
            </a:r>
            <a:r>
              <a:rPr lang="en-US" dirty="0" err="1"/>
              <a:t>GPipe</a:t>
            </a:r>
            <a:r>
              <a:rPr lang="en-US" dirty="0"/>
              <a:t> (Google, </a:t>
            </a:r>
            <a:r>
              <a:rPr lang="en-US" dirty="0" err="1"/>
              <a:t>NeurIPS</a:t>
            </a:r>
            <a:r>
              <a:rPr lang="en-US" dirty="0"/>
              <a:t> ‘19)</a:t>
            </a:r>
          </a:p>
          <a:p>
            <a:pPr lvl="1"/>
            <a:r>
              <a:rPr lang="en-US" altLang="zh-CN" dirty="0"/>
              <a:t>1.2x throughput </a:t>
            </a:r>
            <a:r>
              <a:rPr lang="en-US" altLang="zh-CN" dirty="0" err="1"/>
              <a:t>v.s</a:t>
            </a:r>
            <a:r>
              <a:rPr lang="en-US" altLang="zh-CN" dirty="0"/>
              <a:t>. Megatron-LM &amp; </a:t>
            </a:r>
            <a:r>
              <a:rPr lang="en-US" altLang="zh-CN" dirty="0" err="1"/>
              <a:t>DeepSpeed</a:t>
            </a:r>
            <a:r>
              <a:rPr lang="en-US" altLang="zh-CN" dirty="0"/>
              <a:t> on CPM2</a:t>
            </a:r>
            <a:endParaRPr lang="en-US" dirty="0"/>
          </a:p>
          <a:p>
            <a:r>
              <a:rPr lang="en-US" dirty="0"/>
              <a:t>Support extremely dynamic training processes (e.g., Evolved Transformer)</a:t>
            </a:r>
          </a:p>
          <a:p>
            <a:pPr lvl="1"/>
            <a:r>
              <a:rPr lang="en-US" dirty="0"/>
              <a:t>4x throughput compared with Pipedream and </a:t>
            </a:r>
            <a:r>
              <a:rPr lang="en-US" dirty="0" err="1"/>
              <a:t>GPipe</a:t>
            </a:r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0F1AACB-F3E8-1F41-A0A9-0DC383DBB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FC2E9-8E8C-8247-A50E-F8E5ABE194F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7942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2633F-BCEB-0D44-8786-07FC3A8F0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for Pipeline Parallelism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4E5753-13BD-0243-80A9-7449FAE1EC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Challenge 1: Imbalanced Memory Burden</a:t>
            </a:r>
          </a:p>
          <a:p>
            <a:pPr lvl="1"/>
            <a:r>
              <a:rPr lang="en-US" dirty="0"/>
              <a:t> Recall that - </a:t>
            </a:r>
          </a:p>
          <a:p>
            <a:pPr lvl="2"/>
            <a:r>
              <a:rPr lang="en-US" dirty="0"/>
              <a:t>Activations are the major memory consumption</a:t>
            </a:r>
          </a:p>
          <a:p>
            <a:pPr lvl="2"/>
            <a:r>
              <a:rPr lang="en-US" dirty="0"/>
              <a:t>Produced in Forward Pass and Consumed in Backward Pass</a:t>
            </a:r>
          </a:p>
        </p:txBody>
      </p:sp>
      <p:pic>
        <p:nvPicPr>
          <p:cNvPr id="6" name="图片 4">
            <a:extLst>
              <a:ext uri="{FF2B5EF4-FFF2-40B4-BE49-F238E27FC236}">
                <a16:creationId xmlns:a16="http://schemas.microsoft.com/office/drawing/2014/main" id="{D9A33451-8AD3-2B42-B627-49B1A8DE58B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1453" y="3765847"/>
            <a:ext cx="8500494" cy="2860377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6A9B036-0376-F742-A733-1F31B35A9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FC2E9-8E8C-8247-A50E-F8E5ABE194F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2307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03FE1-544B-B24D-92BC-EC0058A3D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for Pipeline Parallelism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AD0E8B-5127-4E46-82CA-22A9946E73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534026" cy="4351338"/>
          </a:xfrm>
        </p:spPr>
        <p:txBody>
          <a:bodyPr/>
          <a:lstStyle/>
          <a:p>
            <a:r>
              <a:rPr lang="en-US" dirty="0"/>
              <a:t>Challenge 1: Imbalanced Memory Burden</a:t>
            </a:r>
          </a:p>
          <a:p>
            <a:r>
              <a:rPr lang="en-US" dirty="0"/>
              <a:t>Problem caused:</a:t>
            </a:r>
          </a:p>
          <a:p>
            <a:pPr lvl="1"/>
            <a:r>
              <a:rPr lang="en-US" dirty="0"/>
              <a:t>The first GPU immediately reached limits</a:t>
            </a:r>
          </a:p>
          <a:p>
            <a:pPr lvl="1"/>
            <a:r>
              <a:rPr lang="en-US" dirty="0"/>
              <a:t>Limit the batch size when training large DNNs</a:t>
            </a:r>
          </a:p>
          <a:p>
            <a:pPr lvl="1"/>
            <a:r>
              <a:rPr lang="en-US" dirty="0"/>
              <a:t>Low batch size =&gt; Low GPU ALU utilization</a:t>
            </a:r>
          </a:p>
          <a:p>
            <a:pPr lvl="2"/>
            <a:r>
              <a:rPr lang="en-US" dirty="0"/>
              <a:t>GPU requires large enough batch size to use its hardware power</a:t>
            </a:r>
          </a:p>
          <a:p>
            <a:pPr marL="914400" lvl="2" indent="0">
              <a:buNone/>
            </a:pPr>
            <a:endParaRPr lang="en-US" dirty="0"/>
          </a:p>
        </p:txBody>
      </p:sp>
      <p:pic>
        <p:nvPicPr>
          <p:cNvPr id="5" name="Picture 4" descr="Chart, bar chart&#10;&#10;Description automatically generated">
            <a:extLst>
              <a:ext uri="{FF2B5EF4-FFF2-40B4-BE49-F238E27FC236}">
                <a16:creationId xmlns:a16="http://schemas.microsoft.com/office/drawing/2014/main" id="{F8F9EC79-290B-4145-96F4-14C87A2728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1086" y="2264323"/>
            <a:ext cx="6260914" cy="3136352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4F3C999-7EA3-E549-83E5-AD5B9667F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FC2E9-8E8C-8247-A50E-F8E5ABE194F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9703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54FBB-6B1C-D843-A53B-441F44871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9875"/>
            <a:ext cx="10515600" cy="4351338"/>
          </a:xfrm>
        </p:spPr>
        <p:txBody>
          <a:bodyPr/>
          <a:lstStyle/>
          <a:p>
            <a:r>
              <a:rPr lang="en-US" dirty="0"/>
              <a:t>Challenges 2: Dynamic layer activate/de-activation when serving dynamic training processes </a:t>
            </a:r>
          </a:p>
          <a:p>
            <a:r>
              <a:rPr lang="en-US" dirty="0"/>
              <a:t>Problem caused: </a:t>
            </a:r>
          </a:p>
          <a:p>
            <a:pPr lvl="1"/>
            <a:r>
              <a:rPr lang="en-US" dirty="0"/>
              <a:t>Pipeline stage partition sometimes becomes imbalanced</a:t>
            </a:r>
          </a:p>
          <a:p>
            <a:pPr lvl="1"/>
            <a:r>
              <a:rPr lang="en-US" dirty="0"/>
              <a:t>Imbalanced stage partition =&gt; causes bubbles and lowers the throughput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169E5D1-4AB4-7848-9963-4CF485393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for Pipeline Parallelism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A0CAD0F-AEFD-6044-AB73-98518E68B5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8779" y="3715544"/>
            <a:ext cx="8188134" cy="3139150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82A60A3-5175-FB49-BD40-3F27E1CE4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FC2E9-8E8C-8247-A50E-F8E5ABE194F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4249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41604-72CC-564C-BFB7-F58EEB503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Existing systems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DD07B-AF50-034F-8E1B-B37826B7C5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GPipe</a:t>
            </a:r>
            <a:r>
              <a:rPr lang="en-US" dirty="0"/>
              <a:t> addresses challenge 1:</a:t>
            </a:r>
          </a:p>
          <a:p>
            <a:pPr lvl="1"/>
            <a:r>
              <a:rPr lang="en-US" dirty="0"/>
              <a:t>Drop activations in forward pass </a:t>
            </a:r>
          </a:p>
          <a:p>
            <a:pPr lvl="1"/>
            <a:r>
              <a:rPr lang="en-US" dirty="0"/>
              <a:t>Recompute all activations (i.e., perform another forward pass) in backward pass </a:t>
            </a:r>
          </a:p>
          <a:p>
            <a:pPr lvl="1"/>
            <a:r>
              <a:rPr lang="en-US" dirty="0"/>
              <a:t>Problem: all-recompute causes unnecessary overhead</a:t>
            </a:r>
          </a:p>
          <a:p>
            <a:r>
              <a:rPr lang="en-US" dirty="0"/>
              <a:t>Both Pipedream and </a:t>
            </a:r>
            <a:r>
              <a:rPr lang="en-US" dirty="0" err="1"/>
              <a:t>GPipe</a:t>
            </a:r>
            <a:r>
              <a:rPr lang="en-US" dirty="0"/>
              <a:t> neglects challenge 2:</a:t>
            </a:r>
          </a:p>
          <a:p>
            <a:pPr lvl="1"/>
            <a:r>
              <a:rPr lang="en-US" dirty="0"/>
              <a:t>Use static partition during whole training process</a:t>
            </a:r>
          </a:p>
        </p:txBody>
      </p:sp>
      <p:pic>
        <p:nvPicPr>
          <p:cNvPr id="5" name="Picture 4" descr="Chart, bar chart&#10;&#10;Description automatically generated">
            <a:extLst>
              <a:ext uri="{FF2B5EF4-FFF2-40B4-BE49-F238E27FC236}">
                <a16:creationId xmlns:a16="http://schemas.microsoft.com/office/drawing/2014/main" id="{38077FD2-8DAE-F444-8B98-8C778E3499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6451" y="27781"/>
            <a:ext cx="5970588" cy="2659921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4B8D14E-BAE6-D14B-ADBF-DBBA32CDE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FC2E9-8E8C-8247-A50E-F8E5ABE194F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7365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03F04-28D8-3D46-BE92-D5068659C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VPipe</a:t>
            </a:r>
            <a:r>
              <a:rPr lang="en-US" dirty="0"/>
              <a:t> in a nutshell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BF1BCD-74F1-5545-9FA9-00145FEB8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60888"/>
          </a:xfrm>
        </p:spPr>
        <p:txBody>
          <a:bodyPr>
            <a:normAutofit/>
          </a:bodyPr>
          <a:lstStyle/>
          <a:p>
            <a:r>
              <a:rPr lang="en-US" dirty="0"/>
              <a:t>Manage training Activations by incorporating intuitions from pipeline </a:t>
            </a:r>
          </a:p>
          <a:p>
            <a:pPr lvl="1"/>
            <a:r>
              <a:rPr lang="en-US" dirty="0"/>
              <a:t>Intuition 1: front stages have much heavier burden than the rear stages</a:t>
            </a:r>
          </a:p>
          <a:p>
            <a:pPr lvl="2"/>
            <a:r>
              <a:rPr lang="en-US" dirty="0"/>
              <a:t>A smart-recompute strategy: recompute more on front stages and recompute less on rear stages </a:t>
            </a:r>
          </a:p>
          <a:p>
            <a:pPr lvl="1"/>
            <a:r>
              <a:rPr lang="en-US" dirty="0"/>
              <a:t>Intuition 2: a time windows exists between each forward and backward pass of each data batch </a:t>
            </a:r>
          </a:p>
          <a:p>
            <a:pPr lvl="2"/>
            <a:r>
              <a:rPr lang="en-US" dirty="0"/>
              <a:t>Swap activations to CPU and pre-fetch them back before backward pass</a:t>
            </a:r>
          </a:p>
          <a:p>
            <a:r>
              <a:rPr lang="en-US" dirty="0"/>
              <a:t>Dynamic adjust layer partitions according to real time execution statistics</a:t>
            </a:r>
          </a:p>
          <a:p>
            <a:pPr lvl="1"/>
            <a:r>
              <a:rPr lang="en-US" dirty="0" err="1"/>
              <a:t>VPipe</a:t>
            </a:r>
            <a:r>
              <a:rPr lang="en-US" dirty="0"/>
              <a:t> firstly introduce a non-stop live layer migration protocol to enforce new partition plan</a:t>
            </a:r>
          </a:p>
          <a:p>
            <a:pPr lvl="1"/>
            <a:endParaRPr 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C46A475-0EA3-2A46-B8E1-10F8CFA06B5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8267" y="127488"/>
            <a:ext cx="4645533" cy="1563200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0FC21C2-05C7-8040-AA82-6AE420D70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FC2E9-8E8C-8247-A50E-F8E5ABE194F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9189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46651-CA56-144B-9B73-674558576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VPipe</a:t>
            </a:r>
            <a:r>
              <a:rPr lang="en-US" dirty="0"/>
              <a:t> Architecture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10895BE4-0499-3E4C-89F0-1E8F1B1BA64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664" y="1620198"/>
            <a:ext cx="10250671" cy="4872677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8AD5408-04CF-F04C-86E9-7A31B1E5C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FC2E9-8E8C-8247-A50E-F8E5ABE194F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2285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DDDB3-6E34-0343-A0E0-15E941E44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Swap, recompute, and partition forms a </a:t>
            </a:r>
            <a:r>
              <a:rPr lang="en-HK" dirty="0"/>
              <a:t>combinatorial </a:t>
            </a:r>
            <a:r>
              <a:rPr lang="en-US" dirty="0"/>
              <a:t>optimization problem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31163A9-27B9-3643-A793-01CD2C4A36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NP-complete</a:t>
            </a:r>
          </a:p>
          <a:p>
            <a:r>
              <a:rPr lang="en-US" dirty="0"/>
              <a:t>Solve each layer’s storage status and model’s partition strategy</a:t>
            </a:r>
          </a:p>
          <a:p>
            <a:pPr lvl="1"/>
            <a:r>
              <a:rPr lang="en-US" altLang="zh-CN" dirty="0"/>
              <a:t>Storage status: default, swap and recompute</a:t>
            </a:r>
          </a:p>
          <a:p>
            <a:r>
              <a:rPr lang="en-US" dirty="0" err="1"/>
              <a:t>VPipe</a:t>
            </a:r>
            <a:r>
              <a:rPr lang="en-US" dirty="0"/>
              <a:t> solves it by decomposition and iteration</a:t>
            </a:r>
          </a:p>
          <a:p>
            <a:endParaRPr 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C3195EF-825A-B543-8EAA-4C242DCA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FC2E9-8E8C-8247-A50E-F8E5ABE194FE}" type="slidenum">
              <a:rPr lang="en-US" smtClean="0"/>
              <a:t>15</a:t>
            </a:fld>
            <a:endParaRPr lang="en-US"/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2D721E68-01D5-464F-8A18-50A0E61DA189}"/>
              </a:ext>
            </a:extLst>
          </p:cNvPr>
          <p:cNvSpPr txBox="1"/>
          <p:nvPr/>
        </p:nvSpPr>
        <p:spPr>
          <a:xfrm>
            <a:off x="2538580" y="3764423"/>
            <a:ext cx="1890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[36,</a:t>
            </a:r>
            <a:r>
              <a:rPr lang="zh-CN" altLang="en-US" dirty="0"/>
              <a:t> </a:t>
            </a:r>
            <a:r>
              <a:rPr lang="en-US" altLang="zh-CN" dirty="0"/>
              <a:t>40,</a:t>
            </a:r>
            <a:r>
              <a:rPr lang="zh-CN" altLang="en-US" dirty="0"/>
              <a:t> </a:t>
            </a:r>
            <a:r>
              <a:rPr lang="en-US" altLang="zh-CN" dirty="0"/>
              <a:t>48,</a:t>
            </a:r>
            <a:r>
              <a:rPr lang="zh-CN" altLang="en-US" dirty="0"/>
              <a:t> </a:t>
            </a:r>
            <a:r>
              <a:rPr lang="en-US" altLang="zh-CN" dirty="0"/>
              <a:t>56]</a:t>
            </a:r>
            <a:endParaRPr lang="en-US" dirty="0"/>
          </a:p>
        </p:txBody>
      </p:sp>
      <p:sp>
        <p:nvSpPr>
          <p:cNvPr id="9" name="TextBox 5">
            <a:extLst>
              <a:ext uri="{FF2B5EF4-FFF2-40B4-BE49-F238E27FC236}">
                <a16:creationId xmlns:a16="http://schemas.microsoft.com/office/drawing/2014/main" id="{BCAE762C-7311-4A06-8B6E-FEBE89344001}"/>
              </a:ext>
            </a:extLst>
          </p:cNvPr>
          <p:cNvSpPr txBox="1"/>
          <p:nvPr/>
        </p:nvSpPr>
        <p:spPr>
          <a:xfrm>
            <a:off x="2511401" y="4483762"/>
            <a:ext cx="1723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[36,</a:t>
            </a:r>
            <a:r>
              <a:rPr lang="zh-CN" altLang="en-US" dirty="0"/>
              <a:t> </a:t>
            </a:r>
            <a:r>
              <a:rPr lang="en-US" altLang="zh-CN" dirty="0"/>
              <a:t>40,</a:t>
            </a:r>
            <a:r>
              <a:rPr lang="zh-CN" altLang="en-US" dirty="0"/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96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/>
              <a:t>56]</a:t>
            </a:r>
            <a:endParaRPr lang="en-US" dirty="0"/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D1B3F114-A66E-4384-B80F-ED1586067F0A}"/>
              </a:ext>
            </a:extLst>
          </p:cNvPr>
          <p:cNvSpPr txBox="1"/>
          <p:nvPr/>
        </p:nvSpPr>
        <p:spPr>
          <a:xfrm>
            <a:off x="2432981" y="5315493"/>
            <a:ext cx="1890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[48,</a:t>
            </a:r>
            <a:r>
              <a:rPr lang="zh-CN" altLang="en-US" dirty="0"/>
              <a:t> </a:t>
            </a:r>
            <a:r>
              <a:rPr lang="en-US" altLang="zh-CN" dirty="0"/>
              <a:t>54,</a:t>
            </a:r>
            <a:r>
              <a:rPr lang="zh-CN" altLang="en-US" dirty="0"/>
              <a:t> </a:t>
            </a:r>
            <a:r>
              <a:rPr lang="en-US" altLang="zh-CN" dirty="0"/>
              <a:t>58,</a:t>
            </a:r>
            <a:r>
              <a:rPr lang="zh-CN" altLang="en-US" dirty="0"/>
              <a:t> </a:t>
            </a:r>
            <a:r>
              <a:rPr lang="en-US" altLang="zh-CN" dirty="0"/>
              <a:t>68]</a:t>
            </a:r>
            <a:endParaRPr lang="en-US" dirty="0"/>
          </a:p>
        </p:txBody>
      </p:sp>
      <p:sp>
        <p:nvSpPr>
          <p:cNvPr id="12" name="TextBox 4">
            <a:extLst>
              <a:ext uri="{FF2B5EF4-FFF2-40B4-BE49-F238E27FC236}">
                <a16:creationId xmlns:a16="http://schemas.microsoft.com/office/drawing/2014/main" id="{82925E9C-12CF-48E8-B7D4-616AC9567895}"/>
              </a:ext>
            </a:extLst>
          </p:cNvPr>
          <p:cNvSpPr txBox="1"/>
          <p:nvPr/>
        </p:nvSpPr>
        <p:spPr>
          <a:xfrm>
            <a:off x="2998610" y="5675665"/>
            <a:ext cx="5116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….</a:t>
            </a:r>
            <a:endParaRPr lang="en-US" dirty="0"/>
          </a:p>
        </p:txBody>
      </p:sp>
      <p:sp>
        <p:nvSpPr>
          <p:cNvPr id="13" name="TextBox 8">
            <a:extLst>
              <a:ext uri="{FF2B5EF4-FFF2-40B4-BE49-F238E27FC236}">
                <a16:creationId xmlns:a16="http://schemas.microsoft.com/office/drawing/2014/main" id="{CDA49F3D-B28B-4001-BAFE-F406D23DFE54}"/>
              </a:ext>
            </a:extLst>
          </p:cNvPr>
          <p:cNvSpPr txBox="1"/>
          <p:nvPr/>
        </p:nvSpPr>
        <p:spPr>
          <a:xfrm>
            <a:off x="1842339" y="4982296"/>
            <a:ext cx="30606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7030A0"/>
                </a:solidFill>
              </a:rPr>
              <a:t>swap </a:t>
            </a:r>
            <a:r>
              <a:rPr kumimoji="1" lang="en-US" altLang="zh-CN" dirty="0"/>
              <a:t>&amp; </a:t>
            </a:r>
            <a:r>
              <a:rPr lang="en-US" altLang="zh-CN" b="1" dirty="0">
                <a:solidFill>
                  <a:srgbClr val="0070C0"/>
                </a:solidFill>
              </a:rPr>
              <a:t>recompute + </a:t>
            </a:r>
            <a:r>
              <a:rPr lang="en-US" altLang="zh-CN" b="1" dirty="0">
                <a:solidFill>
                  <a:srgbClr val="EBA3BE"/>
                </a:solidFill>
              </a:rPr>
              <a:t>partition</a:t>
            </a:r>
            <a:endParaRPr lang="en-US" b="1" dirty="0">
              <a:solidFill>
                <a:srgbClr val="EBA3BE"/>
              </a:solidFill>
            </a:endParaRPr>
          </a:p>
        </p:txBody>
      </p:sp>
      <p:sp>
        <p:nvSpPr>
          <p:cNvPr id="15" name="TextBox 9">
            <a:extLst>
              <a:ext uri="{FF2B5EF4-FFF2-40B4-BE49-F238E27FC236}">
                <a16:creationId xmlns:a16="http://schemas.microsoft.com/office/drawing/2014/main" id="{A8678E6D-2B9D-4AC9-8CB2-8ADB67B948A4}"/>
              </a:ext>
            </a:extLst>
          </p:cNvPr>
          <p:cNvSpPr txBox="1"/>
          <p:nvPr/>
        </p:nvSpPr>
        <p:spPr>
          <a:xfrm>
            <a:off x="1899582" y="4170793"/>
            <a:ext cx="4011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Layers increased due to dynamic training </a:t>
            </a:r>
            <a:endParaRPr lang="en-US" dirty="0"/>
          </a:p>
        </p:txBody>
      </p:sp>
      <p:sp>
        <p:nvSpPr>
          <p:cNvPr id="17" name="TextBox 11">
            <a:extLst>
              <a:ext uri="{FF2B5EF4-FFF2-40B4-BE49-F238E27FC236}">
                <a16:creationId xmlns:a16="http://schemas.microsoft.com/office/drawing/2014/main" id="{EA481D5B-3C13-4C5D-A448-14B2E6DB779B}"/>
              </a:ext>
            </a:extLst>
          </p:cNvPr>
          <p:cNvSpPr txBox="1"/>
          <p:nvPr/>
        </p:nvSpPr>
        <p:spPr>
          <a:xfrm>
            <a:off x="2330386" y="6363138"/>
            <a:ext cx="1890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[44,</a:t>
            </a:r>
            <a:r>
              <a:rPr lang="zh-CN" altLang="en-US" dirty="0"/>
              <a:t> </a:t>
            </a:r>
            <a:r>
              <a:rPr lang="en-US" altLang="zh-CN" dirty="0"/>
              <a:t>50,</a:t>
            </a:r>
            <a:r>
              <a:rPr lang="zh-CN" altLang="en-US" dirty="0"/>
              <a:t> </a:t>
            </a:r>
            <a:r>
              <a:rPr lang="en-US" altLang="zh-CN" dirty="0"/>
              <a:t>60,</a:t>
            </a:r>
            <a:r>
              <a:rPr lang="zh-CN" altLang="en-US" dirty="0"/>
              <a:t> </a:t>
            </a:r>
            <a:r>
              <a:rPr lang="en-US" altLang="zh-CN" dirty="0"/>
              <a:t>74]</a:t>
            </a:r>
            <a:endParaRPr lang="en-US" dirty="0"/>
          </a:p>
        </p:txBody>
      </p:sp>
      <p:sp>
        <p:nvSpPr>
          <p:cNvPr id="19" name="左大括号 18">
            <a:extLst>
              <a:ext uri="{FF2B5EF4-FFF2-40B4-BE49-F238E27FC236}">
                <a16:creationId xmlns:a16="http://schemas.microsoft.com/office/drawing/2014/main" id="{CF0701A6-3D02-477B-8F6F-3BFAAA66B274}"/>
              </a:ext>
            </a:extLst>
          </p:cNvPr>
          <p:cNvSpPr/>
          <p:nvPr/>
        </p:nvSpPr>
        <p:spPr>
          <a:xfrm>
            <a:off x="1649956" y="4992545"/>
            <a:ext cx="283166" cy="1715322"/>
          </a:xfrm>
          <a:prstGeom prst="lef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左大括号 19">
            <a:extLst>
              <a:ext uri="{FF2B5EF4-FFF2-40B4-BE49-F238E27FC236}">
                <a16:creationId xmlns:a16="http://schemas.microsoft.com/office/drawing/2014/main" id="{73C30011-4B81-463D-9EC1-254F68599D85}"/>
              </a:ext>
            </a:extLst>
          </p:cNvPr>
          <p:cNvSpPr/>
          <p:nvPr/>
        </p:nvSpPr>
        <p:spPr>
          <a:xfrm>
            <a:off x="1596644" y="3864184"/>
            <a:ext cx="366438" cy="840968"/>
          </a:xfrm>
          <a:prstGeom prst="lef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9">
            <a:extLst>
              <a:ext uri="{FF2B5EF4-FFF2-40B4-BE49-F238E27FC236}">
                <a16:creationId xmlns:a16="http://schemas.microsoft.com/office/drawing/2014/main" id="{D81800A8-3D3B-4AE2-AAD6-BD86CC41F51D}"/>
              </a:ext>
            </a:extLst>
          </p:cNvPr>
          <p:cNvSpPr txBox="1"/>
          <p:nvPr/>
        </p:nvSpPr>
        <p:spPr>
          <a:xfrm>
            <a:off x="-47376" y="3823003"/>
            <a:ext cx="18591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Detected imbalanced pipeline partition</a:t>
            </a:r>
            <a:endParaRPr lang="en-US" dirty="0"/>
          </a:p>
        </p:txBody>
      </p:sp>
      <p:sp>
        <p:nvSpPr>
          <p:cNvPr id="23" name="TextBox 9">
            <a:extLst>
              <a:ext uri="{FF2B5EF4-FFF2-40B4-BE49-F238E27FC236}">
                <a16:creationId xmlns:a16="http://schemas.microsoft.com/office/drawing/2014/main" id="{CB87CE5D-45D0-4219-8FF4-EA2633D4D2F1}"/>
              </a:ext>
            </a:extLst>
          </p:cNvPr>
          <p:cNvSpPr txBox="1"/>
          <p:nvPr/>
        </p:nvSpPr>
        <p:spPr>
          <a:xfrm>
            <a:off x="-35277" y="5183922"/>
            <a:ext cx="18591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Iterative optimization through decomposition</a:t>
            </a:r>
          </a:p>
        </p:txBody>
      </p:sp>
      <p:sp>
        <p:nvSpPr>
          <p:cNvPr id="24" name="Rectangle 4">
            <a:extLst>
              <a:ext uri="{FF2B5EF4-FFF2-40B4-BE49-F238E27FC236}">
                <a16:creationId xmlns:a16="http://schemas.microsoft.com/office/drawing/2014/main" id="{F7565EF9-C2A7-46A4-A984-CA3F39889870}"/>
              </a:ext>
            </a:extLst>
          </p:cNvPr>
          <p:cNvSpPr/>
          <p:nvPr/>
        </p:nvSpPr>
        <p:spPr>
          <a:xfrm>
            <a:off x="5213189" y="4669820"/>
            <a:ext cx="1469204" cy="163642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dirty="0"/>
              <a:t>Sub-problem 1: select best storage status for all layers (memory management optimization)</a:t>
            </a:r>
          </a:p>
        </p:txBody>
      </p:sp>
      <p:sp>
        <p:nvSpPr>
          <p:cNvPr id="25" name="Rectangle 69">
            <a:extLst>
              <a:ext uri="{FF2B5EF4-FFF2-40B4-BE49-F238E27FC236}">
                <a16:creationId xmlns:a16="http://schemas.microsoft.com/office/drawing/2014/main" id="{580CE463-BDF2-4A5D-A0B2-EA9DB01EEC2D}"/>
              </a:ext>
            </a:extLst>
          </p:cNvPr>
          <p:cNvSpPr/>
          <p:nvPr/>
        </p:nvSpPr>
        <p:spPr>
          <a:xfrm>
            <a:off x="5899618" y="3761896"/>
            <a:ext cx="2599228" cy="55458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Multi-variable and combinatorial optimization problem</a:t>
            </a:r>
            <a:endParaRPr lang="en-US" altLang="ja-JP" sz="1400" dirty="0"/>
          </a:p>
        </p:txBody>
      </p:sp>
      <p:sp>
        <p:nvSpPr>
          <p:cNvPr id="26" name="Rectangle 71">
            <a:extLst>
              <a:ext uri="{FF2B5EF4-FFF2-40B4-BE49-F238E27FC236}">
                <a16:creationId xmlns:a16="http://schemas.microsoft.com/office/drawing/2014/main" id="{297123DA-3C90-4821-97E4-D54E3CF426F8}"/>
              </a:ext>
            </a:extLst>
          </p:cNvPr>
          <p:cNvSpPr/>
          <p:nvPr/>
        </p:nvSpPr>
        <p:spPr>
          <a:xfrm>
            <a:off x="7534857" y="4669820"/>
            <a:ext cx="1469204" cy="163642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dirty="0"/>
              <a:t>Sub-problem 2: select best model partition (graph partitioning problem)</a:t>
            </a:r>
          </a:p>
        </p:txBody>
      </p:sp>
      <p:sp>
        <p:nvSpPr>
          <p:cNvPr id="27" name="Curved Down Arrow 72">
            <a:extLst>
              <a:ext uri="{FF2B5EF4-FFF2-40B4-BE49-F238E27FC236}">
                <a16:creationId xmlns:a16="http://schemas.microsoft.com/office/drawing/2014/main" id="{A384E67D-CC1C-4546-8E50-1CDE6E8686AC}"/>
              </a:ext>
            </a:extLst>
          </p:cNvPr>
          <p:cNvSpPr/>
          <p:nvPr/>
        </p:nvSpPr>
        <p:spPr>
          <a:xfrm>
            <a:off x="6416726" y="4385968"/>
            <a:ext cx="1547792" cy="25887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8" name="Curved Down Arrow 73">
            <a:extLst>
              <a:ext uri="{FF2B5EF4-FFF2-40B4-BE49-F238E27FC236}">
                <a16:creationId xmlns:a16="http://schemas.microsoft.com/office/drawing/2014/main" id="{5A28AD43-496A-418A-B004-B7FD1E21A6BA}"/>
              </a:ext>
            </a:extLst>
          </p:cNvPr>
          <p:cNvSpPr/>
          <p:nvPr/>
        </p:nvSpPr>
        <p:spPr>
          <a:xfrm rot="10800000">
            <a:off x="6425337" y="6347238"/>
            <a:ext cx="1547792" cy="252966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BEDCED99-C6E1-4E84-A536-A4BD0B1593FB}"/>
              </a:ext>
            </a:extLst>
          </p:cNvPr>
          <p:cNvSpPr txBox="1"/>
          <p:nvPr/>
        </p:nvSpPr>
        <p:spPr>
          <a:xfrm>
            <a:off x="9363761" y="3389195"/>
            <a:ext cx="243257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/>
              <a:t>Iteration Process</a:t>
            </a:r>
          </a:p>
          <a:p>
            <a:r>
              <a:rPr kumimoji="1" lang="en-US" altLang="zh-CN" dirty="0"/>
              <a:t>(1) Find best </a:t>
            </a:r>
            <a:r>
              <a:rPr lang="en-US" altLang="zh-CN" b="1" dirty="0">
                <a:solidFill>
                  <a:srgbClr val="EBA3BE"/>
                </a:solidFill>
              </a:rPr>
              <a:t>partition</a:t>
            </a:r>
            <a:r>
              <a:rPr kumimoji="1" lang="en-US" altLang="zh-CN" dirty="0"/>
              <a:t> for current </a:t>
            </a:r>
            <a:r>
              <a:rPr lang="en-US" altLang="zh-CN" b="1" dirty="0">
                <a:solidFill>
                  <a:srgbClr val="7030A0"/>
                </a:solidFill>
              </a:rPr>
              <a:t>swap </a:t>
            </a:r>
            <a:r>
              <a:rPr kumimoji="1" lang="en-US" altLang="zh-CN" dirty="0"/>
              <a:t>&amp; </a:t>
            </a:r>
            <a:r>
              <a:rPr lang="en-US" altLang="zh-CN" b="1" dirty="0">
                <a:solidFill>
                  <a:srgbClr val="0070C0"/>
                </a:solidFill>
              </a:rPr>
              <a:t>recompute </a:t>
            </a:r>
            <a:r>
              <a:rPr kumimoji="1" lang="en-US" altLang="zh-CN" dirty="0"/>
              <a:t>strategy</a:t>
            </a:r>
          </a:p>
          <a:p>
            <a:r>
              <a:rPr kumimoji="1" lang="en-US" altLang="zh-CN" dirty="0"/>
              <a:t>(2) Reconfigure </a:t>
            </a:r>
            <a:r>
              <a:rPr lang="en-US" altLang="zh-CN" b="1" dirty="0">
                <a:solidFill>
                  <a:srgbClr val="7030A0"/>
                </a:solidFill>
              </a:rPr>
              <a:t>swap </a:t>
            </a:r>
            <a:r>
              <a:rPr kumimoji="1" lang="en-US" altLang="zh-CN" dirty="0"/>
              <a:t>&amp; </a:t>
            </a:r>
            <a:r>
              <a:rPr lang="en-US" altLang="zh-CN" b="1" dirty="0">
                <a:solidFill>
                  <a:srgbClr val="0070C0"/>
                </a:solidFill>
              </a:rPr>
              <a:t>recompute </a:t>
            </a:r>
            <a:r>
              <a:rPr kumimoji="1" lang="en-US" altLang="zh-CN" dirty="0"/>
              <a:t>strategy for current </a:t>
            </a:r>
            <a:r>
              <a:rPr lang="en-US" altLang="zh-CN" b="1" dirty="0">
                <a:solidFill>
                  <a:srgbClr val="EBA3BE"/>
                </a:solidFill>
              </a:rPr>
              <a:t>partition</a:t>
            </a:r>
            <a:endParaRPr kumimoji="1" lang="en-US" altLang="zh-CN" dirty="0"/>
          </a:p>
          <a:p>
            <a:r>
              <a:rPr kumimoji="1" lang="en-US" altLang="zh-CN" dirty="0"/>
              <a:t>(3) Compute time of each </a:t>
            </a:r>
            <a:r>
              <a:rPr lang="en-US" altLang="zh-CN" b="1" dirty="0">
                <a:solidFill>
                  <a:srgbClr val="EBA3BE"/>
                </a:solidFill>
              </a:rPr>
              <a:t>partition</a:t>
            </a:r>
            <a:r>
              <a:rPr kumimoji="1" lang="en-US" altLang="zh-CN" dirty="0"/>
              <a:t> changes</a:t>
            </a:r>
          </a:p>
          <a:p>
            <a:r>
              <a:rPr kumimoji="1" lang="en-US" altLang="zh-CN" dirty="0"/>
              <a:t>(4) Back to (1)</a:t>
            </a:r>
            <a:endParaRPr kumimoji="1" lang="zh-CN" altLang="en-US" dirty="0"/>
          </a:p>
        </p:txBody>
      </p:sp>
      <p:sp>
        <p:nvSpPr>
          <p:cNvPr id="30" name="TextBox 8">
            <a:extLst>
              <a:ext uri="{FF2B5EF4-FFF2-40B4-BE49-F238E27FC236}">
                <a16:creationId xmlns:a16="http://schemas.microsoft.com/office/drawing/2014/main" id="{D8062FD3-1CF5-44AF-87F5-5A5C8A34F121}"/>
              </a:ext>
            </a:extLst>
          </p:cNvPr>
          <p:cNvSpPr txBox="1"/>
          <p:nvPr/>
        </p:nvSpPr>
        <p:spPr>
          <a:xfrm>
            <a:off x="1852727" y="6036883"/>
            <a:ext cx="30606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7030A0"/>
                </a:solidFill>
              </a:rPr>
              <a:t>swap </a:t>
            </a:r>
            <a:r>
              <a:rPr kumimoji="1" lang="en-US" altLang="zh-CN" dirty="0"/>
              <a:t>&amp; </a:t>
            </a:r>
            <a:r>
              <a:rPr lang="en-US" altLang="zh-CN" b="1" dirty="0">
                <a:solidFill>
                  <a:srgbClr val="0070C0"/>
                </a:solidFill>
              </a:rPr>
              <a:t>recompute + </a:t>
            </a:r>
            <a:r>
              <a:rPr lang="en-US" altLang="zh-CN" b="1" dirty="0">
                <a:solidFill>
                  <a:srgbClr val="EBA3BE"/>
                </a:solidFill>
              </a:rPr>
              <a:t>partition</a:t>
            </a:r>
            <a:endParaRPr lang="en-US" b="1" dirty="0">
              <a:solidFill>
                <a:srgbClr val="EBA3B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4774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2" grpId="0"/>
      <p:bldP spid="13" grpId="0"/>
      <p:bldP spid="15" grpId="0"/>
      <p:bldP spid="17" grpId="0"/>
      <p:bldP spid="19" grpId="0" animBg="1"/>
      <p:bldP spid="20" grpId="0" animBg="1"/>
      <p:bldP spid="22" grpId="0"/>
      <p:bldP spid="23" grpId="0"/>
      <p:bldP spid="3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51F39-33B4-0B45-A709-662AC543E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VPipe’s</a:t>
            </a:r>
            <a:r>
              <a:rPr lang="en-US" dirty="0"/>
              <a:t> </a:t>
            </a:r>
            <a:r>
              <a:rPr lang="en-US" dirty="0" err="1"/>
              <a:t>non-stop&amp;transparent</a:t>
            </a:r>
            <a:r>
              <a:rPr lang="en-US" dirty="0"/>
              <a:t> layer migration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6ECDC7-1DCF-4542-AC9C-1103B0AEB5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158" y="1825625"/>
            <a:ext cx="5703892" cy="324487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Correctness: Pipedream ASP (1F1B)</a:t>
            </a:r>
          </a:p>
          <a:p>
            <a:pPr lvl="1"/>
            <a:r>
              <a:rPr lang="en-US" dirty="0"/>
              <a:t>Guarantee the parameter version on stage n is always </a:t>
            </a:r>
            <a:r>
              <a:rPr lang="en-US" altLang="zh-CN" sz="2400" dirty="0" err="1">
                <a:latin typeface="+mn-lt"/>
                <a:cs typeface="+mn-ea"/>
                <a:sym typeface="+mn-lt"/>
              </a:rPr>
              <a:t>k-p+n</a:t>
            </a:r>
            <a:endParaRPr lang="en-US" dirty="0"/>
          </a:p>
          <a:p>
            <a:pPr lvl="1"/>
            <a:r>
              <a:rPr lang="en-US" dirty="0"/>
              <a:t>k is the batch id and p is the partition number</a:t>
            </a:r>
          </a:p>
          <a:p>
            <a:r>
              <a:rPr lang="en-US" dirty="0"/>
              <a:t>Also ensure correctness for </a:t>
            </a:r>
            <a:r>
              <a:rPr lang="en-US" dirty="0" err="1"/>
              <a:t>Gpipe</a:t>
            </a:r>
            <a:r>
              <a:rPr lang="en-US" dirty="0"/>
              <a:t>, Megatron-LM and </a:t>
            </a:r>
            <a:r>
              <a:rPr lang="en-US" dirty="0" err="1"/>
              <a:t>DeepSpeed’s</a:t>
            </a:r>
            <a:r>
              <a:rPr lang="en-US" dirty="0"/>
              <a:t> BSP </a:t>
            </a:r>
          </a:p>
          <a:p>
            <a:r>
              <a:rPr lang="en-US" dirty="0"/>
              <a:t>Async activation migration </a:t>
            </a:r>
          </a:p>
          <a:p>
            <a:pPr lvl="1"/>
            <a:r>
              <a:rPr lang="en-US" dirty="0"/>
              <a:t>overlap communication with computation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E53593EA-7C4D-6B45-96FB-31E4FFD2B8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9300" y="1543050"/>
            <a:ext cx="5584885" cy="5314950"/>
          </a:xfrm>
          <a:prstGeom prst="rect">
            <a:avLst/>
          </a:prstGeom>
        </p:spPr>
      </p:pic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9182BA3-AE13-A545-A30B-E15F9A4AE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FC2E9-8E8C-8247-A50E-F8E5ABE194FE}" type="slidenum">
              <a:rPr lang="en-US" smtClean="0"/>
              <a:t>16</a:t>
            </a:fld>
            <a:endParaRPr 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4EE9801-3260-4CDD-8DCF-38E5C819246C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26"/>
          <a:stretch/>
        </p:blipFill>
        <p:spPr>
          <a:xfrm>
            <a:off x="568589" y="5084613"/>
            <a:ext cx="5260711" cy="1329327"/>
          </a:xfrm>
          <a:prstGeom prst="rect">
            <a:avLst/>
          </a:prstGeom>
        </p:spPr>
      </p:pic>
      <p:cxnSp>
        <p:nvCxnSpPr>
          <p:cNvPr id="7" name="连接符: 肘形 6">
            <a:extLst>
              <a:ext uri="{FF2B5EF4-FFF2-40B4-BE49-F238E27FC236}">
                <a16:creationId xmlns:a16="http://schemas.microsoft.com/office/drawing/2014/main" id="{2CD633FD-DA8F-4D31-B16D-9801F46178A4}"/>
              </a:ext>
            </a:extLst>
          </p:cNvPr>
          <p:cNvCxnSpPr>
            <a:cxnSpLocks/>
          </p:cNvCxnSpPr>
          <p:nvPr/>
        </p:nvCxnSpPr>
        <p:spPr>
          <a:xfrm rot="5400000" flipV="1">
            <a:off x="1691854" y="5677750"/>
            <a:ext cx="360947" cy="504000"/>
          </a:xfrm>
          <a:prstGeom prst="bentConnector3">
            <a:avLst/>
          </a:prstGeom>
          <a:ln w="1905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连接符: 肘形 7">
            <a:extLst>
              <a:ext uri="{FF2B5EF4-FFF2-40B4-BE49-F238E27FC236}">
                <a16:creationId xmlns:a16="http://schemas.microsoft.com/office/drawing/2014/main" id="{DDE2E5AF-FC0F-4383-B728-977BCBA332A2}"/>
              </a:ext>
            </a:extLst>
          </p:cNvPr>
          <p:cNvCxnSpPr>
            <a:cxnSpLocks/>
          </p:cNvCxnSpPr>
          <p:nvPr/>
        </p:nvCxnSpPr>
        <p:spPr>
          <a:xfrm rot="5400000" flipV="1">
            <a:off x="1852168" y="5675804"/>
            <a:ext cx="360000" cy="504000"/>
          </a:xfrm>
          <a:prstGeom prst="bentConnector3">
            <a:avLst>
              <a:gd name="adj1" fmla="val 40184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连接符: 肘形 8">
            <a:extLst>
              <a:ext uri="{FF2B5EF4-FFF2-40B4-BE49-F238E27FC236}">
                <a16:creationId xmlns:a16="http://schemas.microsoft.com/office/drawing/2014/main" id="{0A932EDA-9979-49EE-97A9-0B61B00E2A95}"/>
              </a:ext>
            </a:extLst>
          </p:cNvPr>
          <p:cNvCxnSpPr>
            <a:cxnSpLocks/>
          </p:cNvCxnSpPr>
          <p:nvPr/>
        </p:nvCxnSpPr>
        <p:spPr>
          <a:xfrm rot="5400000" flipV="1">
            <a:off x="3796814" y="5606224"/>
            <a:ext cx="360000" cy="648000"/>
          </a:xfrm>
          <a:prstGeom prst="bentConnector3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7719F71E-72B0-4201-B157-F6E37FE5F968}"/>
              </a:ext>
            </a:extLst>
          </p:cNvPr>
          <p:cNvSpPr txBox="1"/>
          <p:nvPr/>
        </p:nvSpPr>
        <p:spPr>
          <a:xfrm>
            <a:off x="2301777" y="6428055"/>
            <a:ext cx="23407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/>
              <a:t>NVIDIA Profiler</a:t>
            </a:r>
            <a:r>
              <a:rPr lang="zh-CN" altLang="en-US" sz="1400" dirty="0"/>
              <a:t> </a:t>
            </a:r>
            <a:r>
              <a:rPr lang="en-US" altLang="zh-CN" sz="1400" dirty="0"/>
              <a:t>trace</a:t>
            </a:r>
            <a:endParaRPr lang="zh-CN" altLang="en-US" sz="14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B832405-1458-41C0-AEC1-72DCB82A98DF}"/>
              </a:ext>
            </a:extLst>
          </p:cNvPr>
          <p:cNvSpPr txBox="1"/>
          <p:nvPr/>
        </p:nvSpPr>
        <p:spPr>
          <a:xfrm>
            <a:off x="881" y="5166965"/>
            <a:ext cx="6197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/>
              <a:t>Stage n</a:t>
            </a:r>
            <a:endParaRPr lang="zh-CN" altLang="en-US" sz="14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D34301E-9432-4F55-9D3C-8D7DE532AC14}"/>
              </a:ext>
            </a:extLst>
          </p:cNvPr>
          <p:cNvSpPr txBox="1"/>
          <p:nvPr/>
        </p:nvSpPr>
        <p:spPr>
          <a:xfrm>
            <a:off x="881" y="5818423"/>
            <a:ext cx="6197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/>
              <a:t>Stage m</a:t>
            </a:r>
            <a:endParaRPr lang="zh-CN" altLang="en-US" sz="14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0B142B1-0CAD-4019-B6ED-CC966B95AA0C}"/>
              </a:ext>
            </a:extLst>
          </p:cNvPr>
          <p:cNvSpPr txBox="1"/>
          <p:nvPr/>
        </p:nvSpPr>
        <p:spPr>
          <a:xfrm>
            <a:off x="3355461" y="5693102"/>
            <a:ext cx="4704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0" i="0" dirty="0">
                <a:solidFill>
                  <a:srgbClr val="000000"/>
                </a:solidFill>
                <a:effectLst/>
                <a:latin typeface="Open Sans"/>
              </a:rPr>
              <a:t>③</a:t>
            </a:r>
            <a:endParaRPr lang="zh-CN" altLang="en-US" sz="14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1B31F33-CDBA-48CA-B513-2E99192AF412}"/>
              </a:ext>
            </a:extLst>
          </p:cNvPr>
          <p:cNvSpPr txBox="1"/>
          <p:nvPr/>
        </p:nvSpPr>
        <p:spPr>
          <a:xfrm>
            <a:off x="1644909" y="5693102"/>
            <a:ext cx="4704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0" i="0" dirty="0">
                <a:solidFill>
                  <a:srgbClr val="000000"/>
                </a:solidFill>
                <a:effectLst/>
                <a:latin typeface="Open Sans"/>
              </a:rPr>
              <a:t>②</a:t>
            </a:r>
            <a:endParaRPr lang="zh-CN" altLang="en-US" sz="14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856C7A8-D2EF-45DF-B88E-7491255322EC}"/>
              </a:ext>
            </a:extLst>
          </p:cNvPr>
          <p:cNvSpPr txBox="1"/>
          <p:nvPr/>
        </p:nvSpPr>
        <p:spPr>
          <a:xfrm>
            <a:off x="1315497" y="5695312"/>
            <a:ext cx="4704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0" i="0" dirty="0">
                <a:solidFill>
                  <a:srgbClr val="000000"/>
                </a:solidFill>
                <a:effectLst/>
                <a:latin typeface="Open Sans"/>
              </a:rPr>
              <a:t>①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691587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266A3-F252-1640-A3D8-7E79CC6C9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Results </a:t>
            </a:r>
          </a:p>
        </p:txBody>
      </p:sp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EC44B9C5-0EB6-1B40-A6AC-26CA90437B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2502" y="1690688"/>
            <a:ext cx="5969000" cy="5118100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589E98-40F4-C943-ACF9-166285259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FC2E9-8E8C-8247-A50E-F8E5ABE194FE}" type="slidenum">
              <a:rPr lang="en-US" smtClean="0"/>
              <a:t>17</a:t>
            </a:fld>
            <a:endParaRPr 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7BB5A9A-DA6E-BB4C-A860-72B33C8C4F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4339" y="3534997"/>
            <a:ext cx="3188678" cy="255094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C35C97-3E93-A542-A91F-5DF1863915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076825" cy="2429852"/>
          </a:xfrm>
        </p:spPr>
        <p:txBody>
          <a:bodyPr/>
          <a:lstStyle/>
          <a:p>
            <a:r>
              <a:rPr lang="en-US" dirty="0"/>
              <a:t>Large Model Training</a:t>
            </a:r>
          </a:p>
          <a:p>
            <a:pPr lvl="1"/>
            <a:r>
              <a:rPr lang="en-US" dirty="0"/>
              <a:t>E.g., Transformer</a:t>
            </a:r>
          </a:p>
          <a:p>
            <a:r>
              <a:rPr lang="en-US" dirty="0"/>
              <a:t>Dynamic Model Training</a:t>
            </a:r>
          </a:p>
          <a:p>
            <a:pPr lvl="1"/>
            <a:r>
              <a:rPr lang="en-US" dirty="0"/>
              <a:t>E.g., Evolved Transformer</a:t>
            </a:r>
          </a:p>
          <a:p>
            <a:endParaRPr 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FBC2254-7123-6E46-BC08-2AC80A606381}"/>
              </a:ext>
            </a:extLst>
          </p:cNvPr>
          <p:cNvSpPr txBox="1"/>
          <p:nvPr/>
        </p:nvSpPr>
        <p:spPr>
          <a:xfrm>
            <a:off x="344854" y="5962844"/>
            <a:ext cx="64730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VPipe achieved better performance than Megatron-LM and </a:t>
            </a:r>
            <a:r>
              <a:rPr kumimoji="1" lang="en-US" altLang="zh-CN" dirty="0" err="1"/>
              <a:t>DeepSpeed</a:t>
            </a:r>
            <a:r>
              <a:rPr kumimoji="1" lang="en-US" altLang="zh-CN" dirty="0"/>
              <a:t> 3D when training CPM2 on NVIDIA 2080 </a:t>
            </a:r>
            <a:r>
              <a:rPr kumimoji="1" lang="en-US" altLang="zh-CN" dirty="0" err="1"/>
              <a:t>Ti</a:t>
            </a:r>
            <a:r>
              <a:rPr kumimoji="1" lang="en-US" altLang="zh-CN" dirty="0"/>
              <a:t> cluster with 40Gbps network bandwidth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787615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hart, bar chart&#10;&#10;Description automatically generated">
            <a:extLst>
              <a:ext uri="{FF2B5EF4-FFF2-40B4-BE49-F238E27FC236}">
                <a16:creationId xmlns:a16="http://schemas.microsoft.com/office/drawing/2014/main" id="{148F38FB-D2EF-7747-A198-89D32D8B05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7353" y="1335635"/>
            <a:ext cx="7040008" cy="31363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C2266A3-F252-1640-A3D8-7E79CC6C9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Results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C35C97-3E93-A542-A91F-5DF1863915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076825" cy="4351338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2000" dirty="0"/>
              <a:t>More detailed evaluations, refer to our paper</a:t>
            </a:r>
          </a:p>
        </p:txBody>
      </p:sp>
      <p:pic>
        <p:nvPicPr>
          <p:cNvPr id="5" name="Picture 4" descr="Chart, bar chart&#10;&#10;Description automatically generated">
            <a:extLst>
              <a:ext uri="{FF2B5EF4-FFF2-40B4-BE49-F238E27FC236}">
                <a16:creationId xmlns:a16="http://schemas.microsoft.com/office/drawing/2014/main" id="{7DED12A7-4E17-C044-B2CA-E21843159E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335635"/>
            <a:ext cx="6260914" cy="3136352"/>
          </a:xfrm>
          <a:prstGeom prst="rect">
            <a:avLst/>
          </a:prstGeom>
        </p:spPr>
      </p:pic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16B5E48D-66DB-8946-B219-7089A3E1574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0237" y="4694382"/>
            <a:ext cx="5643563" cy="2163618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C034F49-31C4-C443-861F-1050E229F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FC2E9-8E8C-8247-A50E-F8E5ABE194F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1755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C1B906-6E92-468F-9740-AE57F70863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4400" dirty="0" err="1"/>
              <a:t>NASPipe</a:t>
            </a:r>
            <a:r>
              <a:rPr lang="en-US" altLang="zh-CN" sz="4400" dirty="0"/>
              <a:t>: High Performance and Reproducible Pipeline Parallel </a:t>
            </a:r>
            <a:r>
              <a:rPr lang="en-US" altLang="zh-CN" sz="4400" dirty="0" err="1"/>
              <a:t>Supernet</a:t>
            </a:r>
            <a:br>
              <a:rPr lang="en-US" altLang="zh-CN" sz="4400" dirty="0"/>
            </a:br>
            <a:r>
              <a:rPr lang="en-US" altLang="zh-CN" sz="4400" dirty="0"/>
              <a:t>Training via Causal Synchronous Parallel (ASPLOS 2022, accepted)</a:t>
            </a:r>
            <a:endParaRPr lang="zh-CN" altLang="en-US" sz="4400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67A3524-D8A4-434D-BAF7-CBEC19FE82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 err="1">
                <a:solidFill>
                  <a:srgbClr val="0070C0"/>
                </a:solidFill>
              </a:rPr>
              <a:t>Shixiong</a:t>
            </a:r>
            <a:r>
              <a:rPr lang="en-US" altLang="zh-CN" dirty="0">
                <a:solidFill>
                  <a:srgbClr val="0070C0"/>
                </a:solidFill>
              </a:rPr>
              <a:t> Zhao, Fanxin Li, </a:t>
            </a:r>
            <a:r>
              <a:rPr lang="en-US" altLang="zh-CN" dirty="0" err="1">
                <a:solidFill>
                  <a:srgbClr val="0070C0"/>
                </a:solidFill>
              </a:rPr>
              <a:t>Xusheng</a:t>
            </a:r>
            <a:r>
              <a:rPr lang="en-US" altLang="zh-CN" dirty="0">
                <a:solidFill>
                  <a:srgbClr val="0070C0"/>
                </a:solidFill>
              </a:rPr>
              <a:t> Chen, </a:t>
            </a:r>
            <a:r>
              <a:rPr lang="en-US" altLang="zh-CN" dirty="0" err="1">
                <a:solidFill>
                  <a:srgbClr val="0070C0"/>
                </a:solidFill>
              </a:rPr>
              <a:t>Tianxiang</a:t>
            </a:r>
            <a:r>
              <a:rPr lang="en-US" altLang="zh-CN" dirty="0">
                <a:solidFill>
                  <a:srgbClr val="0070C0"/>
                </a:solidFill>
              </a:rPr>
              <a:t> Shen, </a:t>
            </a:r>
            <a:r>
              <a:rPr lang="en-US" altLang="zh-CN" dirty="0">
                <a:solidFill>
                  <a:srgbClr val="FF0000"/>
                </a:solidFill>
              </a:rPr>
              <a:t>Li Chen, Sen Wang, Gong Zhang,</a:t>
            </a:r>
            <a:r>
              <a:rPr lang="en-US" altLang="zh-CN" dirty="0">
                <a:solidFill>
                  <a:srgbClr val="0070C0"/>
                </a:solidFill>
              </a:rPr>
              <a:t> </a:t>
            </a:r>
            <a:r>
              <a:rPr lang="en-US" altLang="zh-CN" dirty="0">
                <a:solidFill>
                  <a:srgbClr val="00B050"/>
                </a:solidFill>
              </a:rPr>
              <a:t>Cheng Li,</a:t>
            </a:r>
            <a:r>
              <a:rPr lang="en-US" altLang="zh-CN" dirty="0">
                <a:solidFill>
                  <a:srgbClr val="0070C0"/>
                </a:solidFill>
              </a:rPr>
              <a:t> Heming Cui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5FDBF50-F50A-4E73-B578-AFA21D146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FC2E9-8E8C-8247-A50E-F8E5ABE194FE}" type="slidenum">
              <a:rPr lang="en-US" smtClean="0"/>
              <a:t>19</a:t>
            </a:fld>
            <a:endParaRPr 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A19A019-073F-4AC5-9CC7-674E5F862931}"/>
              </a:ext>
            </a:extLst>
          </p:cNvPr>
          <p:cNvSpPr txBox="1"/>
          <p:nvPr/>
        </p:nvSpPr>
        <p:spPr>
          <a:xfrm>
            <a:off x="448336" y="6173914"/>
            <a:ext cx="3063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rgbClr val="0070C0"/>
                </a:solidFill>
              </a:rPr>
              <a:t>The University of Hong Kong</a:t>
            </a:r>
            <a:endParaRPr lang="zh-CN" altLang="en-US" dirty="0">
              <a:solidFill>
                <a:srgbClr val="0070C0"/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AA5E707-5EE6-4DD7-856F-C7901B090C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1211" y="5085165"/>
            <a:ext cx="838141" cy="94683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8EC7E820-17E8-45CC-A78E-7946A0B482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9962" y="5139739"/>
            <a:ext cx="1115164" cy="837688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7E82387F-DB36-42E7-ACCD-072CBE234236}"/>
              </a:ext>
            </a:extLst>
          </p:cNvPr>
          <p:cNvSpPr txBox="1"/>
          <p:nvPr/>
        </p:nvSpPr>
        <p:spPr>
          <a:xfrm>
            <a:off x="3585599" y="6169580"/>
            <a:ext cx="30638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rgbClr val="FF0000"/>
                </a:solidFill>
              </a:rPr>
              <a:t>Huawei Technologies</a:t>
            </a: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A5F6875B-30DC-4D58-9DCA-859A8FB2BA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7900" y="5085165"/>
            <a:ext cx="951205" cy="951205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4445ACB9-C230-4CE3-90C1-B312F0FA1B7D}"/>
              </a:ext>
            </a:extLst>
          </p:cNvPr>
          <p:cNvSpPr txBox="1"/>
          <p:nvPr/>
        </p:nvSpPr>
        <p:spPr>
          <a:xfrm>
            <a:off x="6695733" y="6173914"/>
            <a:ext cx="4475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rgbClr val="00B050"/>
                </a:solidFill>
              </a:rPr>
              <a:t>University of Science and Technology of China</a:t>
            </a:r>
            <a:endParaRPr lang="zh-CN" alt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04752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660437-9788-47AD-952D-A725E559F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Big AI Model Training: 4-th (New) Dimension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D7ED617-BC79-4CDA-8079-BE1A6E8865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27939"/>
            <a:ext cx="11150600" cy="2628412"/>
          </a:xfrm>
        </p:spPr>
        <p:txBody>
          <a:bodyPr>
            <a:normAutofit fontScale="85000" lnSpcReduction="10000"/>
          </a:bodyPr>
          <a:lstStyle/>
          <a:p>
            <a:r>
              <a:rPr lang="en-US" altLang="zh-CN" dirty="0" err="1"/>
              <a:t>Supernet</a:t>
            </a:r>
            <a:r>
              <a:rPr lang="en-US" altLang="zh-CN" dirty="0"/>
              <a:t>-subnet training (e.g., Neural Arch Search, or NAS): more and more prevalent</a:t>
            </a:r>
          </a:p>
          <a:p>
            <a:r>
              <a:rPr lang="en-US" altLang="zh-CN" dirty="0"/>
              <a:t>Motivation: train multiple subnets in parallel on multiple GPUs -&gt; better performance</a:t>
            </a:r>
          </a:p>
          <a:p>
            <a:r>
              <a:rPr lang="en-US" altLang="zh-CN" dirty="0"/>
              <a:t>Retiarii [OSDI '20] generates a sequence of subnets</a:t>
            </a:r>
          </a:p>
          <a:p>
            <a:pPr lvl="1"/>
            <a:r>
              <a:rPr lang="en-US" altLang="zh-CN" dirty="0"/>
              <a:t>Currently Retiarii supports only sequential subnet training</a:t>
            </a:r>
          </a:p>
          <a:p>
            <a:pPr lvl="1"/>
            <a:r>
              <a:rPr lang="en-US" altLang="zh-CN" dirty="0"/>
              <a:t>When letting Retiarii train subnets in parallel using BSP, causal dependency among subnets leads to low training accuracy (dropped from  22.17 to 21.03)</a:t>
            </a:r>
            <a:endParaRPr lang="zh-CN" altLang="en-US" dirty="0"/>
          </a:p>
          <a:p>
            <a:r>
              <a:rPr lang="en-US" altLang="zh-CN" dirty="0"/>
              <a:t>Open problem: how to deterministically resolve causal dependency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1D4732A-B336-9344-AB2D-68A13B30A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FC2E9-8E8C-8247-A50E-F8E5ABE194FE}" type="slidenum">
              <a:rPr lang="en-US" smtClean="0"/>
              <a:t>20</a:t>
            </a:fld>
            <a:endParaRPr 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E5FF40B-011B-324D-8EDE-9D42D9C253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4176" y="1402530"/>
            <a:ext cx="6399823" cy="2187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0874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EFAA0CEF-D485-460D-BAB1-C2B5643E82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2430" y="2562438"/>
            <a:ext cx="6101216" cy="4289517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96CA6BFC-5B2D-4A05-95C8-0432A699B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NASPipe</a:t>
            </a:r>
            <a:r>
              <a:rPr lang="en-US" altLang="zh-CN" dirty="0"/>
              <a:t> Arch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CE547E4-9DFD-47A5-AA1E-2643B92C5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1295"/>
            <a:ext cx="11131550" cy="4351338"/>
          </a:xfrm>
        </p:spPr>
        <p:txBody>
          <a:bodyPr/>
          <a:lstStyle/>
          <a:p>
            <a:r>
              <a:rPr lang="en-US" altLang="zh-CN" dirty="0" err="1"/>
              <a:t>NASPipe</a:t>
            </a:r>
            <a:r>
              <a:rPr lang="en-US" altLang="zh-CN" dirty="0"/>
              <a:t> is the first pipeline parallel system for </a:t>
            </a:r>
            <a:r>
              <a:rPr lang="en-US" altLang="zh-CN" dirty="0" err="1"/>
              <a:t>supernet</a:t>
            </a:r>
            <a:r>
              <a:rPr lang="en-US" altLang="zh-CN" dirty="0"/>
              <a:t> training</a:t>
            </a:r>
          </a:p>
          <a:p>
            <a:pPr lvl="1"/>
            <a:r>
              <a:rPr lang="en-US" altLang="zh-CN" dirty="0"/>
              <a:t>A new abstraction (causal synchronous parallel, CSP) to resolve causal dependency</a:t>
            </a:r>
          </a:p>
          <a:p>
            <a:pPr lvl="1"/>
            <a:r>
              <a:rPr lang="en-US" altLang="zh-CN" dirty="0"/>
              <a:t>E.g., on stage 0, subnet 2’s forward depends on subnet 1’s backward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673972A-4B4E-FD48-BF14-C6508CADE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FC2E9-8E8C-8247-A50E-F8E5ABE194FE}" type="slidenum">
              <a:rPr lang="en-US" smtClean="0"/>
              <a:t>21</a:t>
            </a:fld>
            <a:endParaRPr 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B3E9CC8-5CE6-4658-BC15-734ED3150248}"/>
              </a:ext>
            </a:extLst>
          </p:cNvPr>
          <p:cNvSpPr txBox="1"/>
          <p:nvPr/>
        </p:nvSpPr>
        <p:spPr>
          <a:xfrm>
            <a:off x="260018" y="2772494"/>
            <a:ext cx="505736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Phase 1: </a:t>
            </a:r>
            <a:r>
              <a:rPr lang="en-US" altLang="zh-CN" b="1" dirty="0"/>
              <a:t>Scheduler</a:t>
            </a:r>
            <a:r>
              <a:rPr lang="en-US" altLang="zh-CN" dirty="0"/>
              <a:t> schedules subnets that preserve causal dependency to </a:t>
            </a:r>
            <a:r>
              <a:rPr lang="en-US" altLang="zh-CN" b="1" dirty="0"/>
              <a:t>context executor</a:t>
            </a:r>
            <a:endParaRPr lang="en-US" altLang="zh-CN" dirty="0"/>
          </a:p>
          <a:p>
            <a:r>
              <a:rPr lang="en-US" altLang="zh-CN" dirty="0"/>
              <a:t>Phase 2: </a:t>
            </a:r>
            <a:r>
              <a:rPr lang="en-US" altLang="zh-CN" b="1" dirty="0"/>
              <a:t>Predictor</a:t>
            </a:r>
            <a:r>
              <a:rPr lang="en-US" altLang="zh-CN" dirty="0"/>
              <a:t> simulates the pipeline run and forecasts the upcoming subnets to be scheduled </a:t>
            </a:r>
          </a:p>
          <a:p>
            <a:r>
              <a:rPr lang="en-US" altLang="zh-CN" dirty="0"/>
              <a:t>Phase 3: </a:t>
            </a:r>
            <a:r>
              <a:rPr lang="en-US" altLang="zh-CN" b="1" dirty="0"/>
              <a:t>Context executor</a:t>
            </a:r>
            <a:r>
              <a:rPr lang="en-US" altLang="zh-CN" dirty="0"/>
              <a:t> executes scheduled subnets</a:t>
            </a:r>
          </a:p>
          <a:p>
            <a:r>
              <a:rPr lang="en-US" altLang="zh-CN" dirty="0"/>
              <a:t>Phase 4: </a:t>
            </a:r>
            <a:r>
              <a:rPr lang="en-US" altLang="zh-CN" b="1" dirty="0"/>
              <a:t>Context manager</a:t>
            </a:r>
            <a:r>
              <a:rPr lang="en-US" altLang="zh-CN" dirty="0"/>
              <a:t> manages context switch, i.e., subnet eviction and pre-fetch, and operator parameter synchronization</a:t>
            </a:r>
          </a:p>
          <a:p>
            <a:r>
              <a:rPr lang="en-US" altLang="zh-CN" dirty="0"/>
              <a:t>Phase 5: </a:t>
            </a:r>
            <a:r>
              <a:rPr lang="en-US" altLang="zh-CN" dirty="0" err="1"/>
              <a:t>NASPipe</a:t>
            </a:r>
            <a:r>
              <a:rPr lang="en-US" altLang="zh-CN" dirty="0"/>
              <a:t> deterministically resolves any causal dependency to retain reproducibility and avoid training accuracy loss</a:t>
            </a:r>
          </a:p>
        </p:txBody>
      </p:sp>
    </p:spTree>
    <p:extLst>
      <p:ext uri="{BB962C8B-B14F-4D97-AF65-F5344CB8AC3E}">
        <p14:creationId xmlns:p14="http://schemas.microsoft.com/office/powerpoint/2010/main" val="15480086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5C76C7C-CC3C-EB4A-BE1E-3D77286B1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FC2E9-8E8C-8247-A50E-F8E5ABE194FE}" type="slidenum">
              <a:rPr lang="en-US" smtClean="0"/>
              <a:t>22</a:t>
            </a:fld>
            <a:endParaRPr 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196ABE1-B0CA-4034-A0B6-932A84A26A8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797"/>
          <a:stretch/>
        </p:blipFill>
        <p:spPr>
          <a:xfrm>
            <a:off x="7659115" y="30334"/>
            <a:ext cx="3436383" cy="3367376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BBF1D17B-DE59-465E-93DF-06271A7AE067}"/>
              </a:ext>
            </a:extLst>
          </p:cNvPr>
          <p:cNvSpPr txBox="1"/>
          <p:nvPr/>
        </p:nvSpPr>
        <p:spPr>
          <a:xfrm>
            <a:off x="422347" y="6055249"/>
            <a:ext cx="61793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+mn-lt"/>
                <a:cs typeface="+mn-ea"/>
                <a:sym typeface="+mn-lt"/>
              </a:rPr>
              <a:t>NLP (Evolved Transformer), CV (</a:t>
            </a:r>
            <a:r>
              <a:rPr lang="en-US" altLang="zh-CN" sz="1200" dirty="0" err="1">
                <a:latin typeface="+mn-lt"/>
                <a:cs typeface="+mn-ea"/>
                <a:sym typeface="+mn-lt"/>
              </a:rPr>
              <a:t>AboebaNet</a:t>
            </a:r>
            <a:r>
              <a:rPr lang="en-US" altLang="zh-CN" sz="1200" dirty="0">
                <a:latin typeface="+mn-lt"/>
                <a:cs typeface="+mn-ea"/>
                <a:sym typeface="+mn-lt"/>
              </a:rPr>
              <a:t> with NAS); </a:t>
            </a:r>
            <a:r>
              <a:rPr lang="en-US" altLang="zh-CN" sz="1200" dirty="0" err="1">
                <a:latin typeface="+mn-lt"/>
                <a:cs typeface="+mn-ea"/>
                <a:sym typeface="+mn-lt"/>
              </a:rPr>
              <a:t>NASPipe</a:t>
            </a:r>
            <a:r>
              <a:rPr lang="en-US" altLang="zh-CN" sz="1200" dirty="0">
                <a:latin typeface="+mn-lt"/>
                <a:cs typeface="+mn-ea"/>
                <a:sym typeface="+mn-lt"/>
              </a:rPr>
              <a:t> achieved higher accuracy at the same training time; </a:t>
            </a:r>
            <a:r>
              <a:rPr lang="en-US" altLang="zh-CN" sz="1200" dirty="0">
                <a:cs typeface="+mn-ea"/>
                <a:sym typeface="+mn-lt"/>
              </a:rPr>
              <a:t>search space size decreases from c1 to c3; </a:t>
            </a:r>
            <a:r>
              <a:rPr lang="en-US" altLang="zh-CN" sz="1200" dirty="0" err="1">
                <a:cs typeface="+mn-ea"/>
                <a:sym typeface="+mn-lt"/>
              </a:rPr>
              <a:t>vPipe</a:t>
            </a:r>
            <a:r>
              <a:rPr lang="en-US" altLang="zh-CN" sz="1200" dirty="0">
                <a:cs typeface="+mn-ea"/>
                <a:sym typeface="+mn-lt"/>
              </a:rPr>
              <a:t> means “</a:t>
            </a:r>
            <a:r>
              <a:rPr lang="en-US" altLang="zh-CN" sz="1200" dirty="0" err="1">
                <a:cs typeface="+mn-ea"/>
                <a:sym typeface="+mn-lt"/>
              </a:rPr>
              <a:t>Naspipe</a:t>
            </a:r>
            <a:r>
              <a:rPr lang="en-US" altLang="zh-CN" sz="1200" dirty="0">
                <a:cs typeface="+mn-ea"/>
                <a:sym typeface="+mn-lt"/>
              </a:rPr>
              <a:t> without </a:t>
            </a:r>
            <a:r>
              <a:rPr lang="en-US" altLang="zh-CN" sz="1200" dirty="0" err="1">
                <a:cs typeface="+mn-ea"/>
                <a:sym typeface="+mn-lt"/>
              </a:rPr>
              <a:t>Naspipe’s</a:t>
            </a:r>
            <a:r>
              <a:rPr lang="en-US" altLang="zh-CN" sz="1200" dirty="0">
                <a:cs typeface="+mn-ea"/>
                <a:sym typeface="+mn-lt"/>
              </a:rPr>
              <a:t> predictor component (for perfecting subnets that comply with CSP)”.</a:t>
            </a:r>
            <a:endParaRPr lang="en-US" altLang="zh-CN" sz="1200" dirty="0">
              <a:latin typeface="+mn-lt"/>
              <a:cs typeface="+mn-ea"/>
              <a:sym typeface="+mn-lt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A19C4A00-1575-4778-9CDC-3BE4FD8E0F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67112"/>
            <a:ext cx="6426030" cy="4789212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E0CA947F-6E6F-42C6-8121-6A6D267D7C7A}"/>
              </a:ext>
            </a:extLst>
          </p:cNvPr>
          <p:cNvSpPr txBox="1"/>
          <p:nvPr/>
        </p:nvSpPr>
        <p:spPr>
          <a:xfrm>
            <a:off x="7912677" y="3323461"/>
            <a:ext cx="45807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+mn-lt"/>
                <a:cs typeface="+mn-ea"/>
                <a:sym typeface="+mn-lt"/>
              </a:rPr>
              <a:t>CSP produced better results than ASP and BSP;</a:t>
            </a:r>
          </a:p>
          <a:p>
            <a:r>
              <a:rPr lang="en-US" altLang="zh-CN" sz="1200" dirty="0">
                <a:cs typeface="+mn-ea"/>
                <a:sym typeface="+mn-lt"/>
              </a:rPr>
              <a:t>CSP produced same results under 4/8/16 PP GPUs.</a:t>
            </a:r>
            <a:endParaRPr lang="en-US" altLang="zh-CN" sz="1200" dirty="0">
              <a:latin typeface="+mn-lt"/>
              <a:cs typeface="+mn-ea"/>
              <a:sym typeface="+mn-lt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B1DFA326-9BCC-4ED8-A2C9-15E39538F6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7850" y="3916396"/>
            <a:ext cx="3963898" cy="2379922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40C5C987-96F4-43CF-B10A-90FB8307C823}"/>
              </a:ext>
            </a:extLst>
          </p:cNvPr>
          <p:cNvSpPr txBox="1"/>
          <p:nvPr/>
        </p:nvSpPr>
        <p:spPr>
          <a:xfrm>
            <a:off x="6860025" y="6301471"/>
            <a:ext cx="51296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latin typeface="+mn-lt"/>
                <a:cs typeface="+mn-ea"/>
                <a:sym typeface="+mn-lt"/>
              </a:rPr>
              <a:t>Para. (GPU mem util.), 8 PP GPUs; </a:t>
            </a:r>
            <a:r>
              <a:rPr lang="en-US" altLang="zh-CN" sz="1200" dirty="0">
                <a:cs typeface="+mn-ea"/>
                <a:sym typeface="+mn-lt"/>
              </a:rPr>
              <a:t>all systems use Retiarii as front end; </a:t>
            </a:r>
            <a:r>
              <a:rPr lang="en-US" altLang="zh-CN" sz="1200" dirty="0" err="1">
                <a:latin typeface="+mn-lt"/>
                <a:cs typeface="+mn-ea"/>
                <a:sym typeface="+mn-lt"/>
              </a:rPr>
              <a:t>NASPipe</a:t>
            </a:r>
            <a:r>
              <a:rPr lang="en-US" altLang="zh-CN" sz="1200" dirty="0">
                <a:latin typeface="+mn-lt"/>
                <a:cs typeface="+mn-ea"/>
                <a:sym typeface="+mn-lt"/>
              </a:rPr>
              <a:t> has highest GPU ALU utilization, largest batch sizes, but longest </a:t>
            </a:r>
            <a:r>
              <a:rPr lang="en-US" altLang="zh-CN" sz="1200" dirty="0" err="1">
                <a:latin typeface="+mn-lt"/>
                <a:cs typeface="+mn-ea"/>
                <a:sym typeface="+mn-lt"/>
              </a:rPr>
              <a:t>fwd</a:t>
            </a:r>
            <a:r>
              <a:rPr lang="en-US" altLang="zh-CN" sz="1200" dirty="0">
                <a:latin typeface="+mn-lt"/>
                <a:cs typeface="+mn-ea"/>
                <a:sym typeface="+mn-lt"/>
              </a:rPr>
              <a:t>/</a:t>
            </a:r>
            <a:r>
              <a:rPr lang="en-US" altLang="zh-CN" sz="1200" dirty="0" err="1">
                <a:latin typeface="+mn-lt"/>
                <a:cs typeface="+mn-ea"/>
                <a:sym typeface="+mn-lt"/>
              </a:rPr>
              <a:t>bwd</a:t>
            </a:r>
            <a:r>
              <a:rPr lang="en-US" altLang="zh-CN" sz="1200" dirty="0">
                <a:latin typeface="+mn-lt"/>
                <a:cs typeface="+mn-ea"/>
                <a:sym typeface="+mn-lt"/>
              </a:rPr>
              <a:t> time</a:t>
            </a:r>
            <a:r>
              <a:rPr lang="en-US" altLang="zh-CN" sz="1200" dirty="0">
                <a:cs typeface="+mn-ea"/>
                <a:sym typeface="+mn-lt"/>
              </a:rPr>
              <a:t>.</a:t>
            </a:r>
            <a:endParaRPr lang="zh-CN" altLang="en-US" sz="1200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98BFE93-3741-480E-95C2-4A867508F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NASPipe</a:t>
            </a:r>
            <a:r>
              <a:rPr lang="en-US" altLang="zh-CN" dirty="0"/>
              <a:t> Evaluation</a:t>
            </a:r>
            <a:br>
              <a:rPr lang="en-US" altLang="zh-CN" dirty="0"/>
            </a:br>
            <a:r>
              <a:rPr lang="en-US" altLang="zh-CN" sz="2400" dirty="0"/>
              <a:t>[to appear in ASPLOS '22]</a:t>
            </a:r>
            <a:endParaRPr lang="zh-CN" altLang="en-US" sz="24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D55C1AA-1D9B-4B24-89D6-667AE43AD955}"/>
              </a:ext>
            </a:extLst>
          </p:cNvPr>
          <p:cNvSpPr/>
          <p:nvPr/>
        </p:nvSpPr>
        <p:spPr>
          <a:xfrm>
            <a:off x="9818370" y="399096"/>
            <a:ext cx="1150620" cy="15782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A6D1DCC-970D-416B-82A2-DFC51509D8C3}"/>
              </a:ext>
            </a:extLst>
          </p:cNvPr>
          <p:cNvSpPr/>
          <p:nvPr/>
        </p:nvSpPr>
        <p:spPr>
          <a:xfrm>
            <a:off x="9818370" y="870084"/>
            <a:ext cx="1150620" cy="15782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56A44EC-166C-417C-8467-86560286B640}"/>
              </a:ext>
            </a:extLst>
          </p:cNvPr>
          <p:cNvSpPr/>
          <p:nvPr/>
        </p:nvSpPr>
        <p:spPr>
          <a:xfrm>
            <a:off x="9818370" y="1374272"/>
            <a:ext cx="1150620" cy="15782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2A0BC7A-F6DF-4FCD-A84C-DE2BF896B3F4}"/>
              </a:ext>
            </a:extLst>
          </p:cNvPr>
          <p:cNvSpPr/>
          <p:nvPr/>
        </p:nvSpPr>
        <p:spPr>
          <a:xfrm>
            <a:off x="9818370" y="1853312"/>
            <a:ext cx="1150620" cy="15782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3324568-D2AD-4FEF-BB66-2BBEA51C8781}"/>
              </a:ext>
            </a:extLst>
          </p:cNvPr>
          <p:cNvSpPr/>
          <p:nvPr/>
        </p:nvSpPr>
        <p:spPr>
          <a:xfrm>
            <a:off x="9840595" y="2331887"/>
            <a:ext cx="1150620" cy="15782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1B8CA9D-5418-4023-B85E-73842BDC3D73}"/>
              </a:ext>
            </a:extLst>
          </p:cNvPr>
          <p:cNvSpPr/>
          <p:nvPr/>
        </p:nvSpPr>
        <p:spPr>
          <a:xfrm>
            <a:off x="9840595" y="2823878"/>
            <a:ext cx="1150620" cy="15782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53A3F1F-D8C7-4C63-86CF-47F154EA576E}"/>
              </a:ext>
            </a:extLst>
          </p:cNvPr>
          <p:cNvSpPr/>
          <p:nvPr/>
        </p:nvSpPr>
        <p:spPr>
          <a:xfrm>
            <a:off x="10383424" y="3960060"/>
            <a:ext cx="654381" cy="234141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8316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1" grpId="0" animBg="1"/>
      <p:bldP spid="12" grpId="0" animBg="1"/>
      <p:bldP spid="15" grpId="0" animBg="1"/>
      <p:bldP spid="17" grpId="0" animBg="1"/>
      <p:bldP spid="19" grpId="0" animBg="1"/>
      <p:bldP spid="2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1A7E2-789A-C649-98C2-0DD646FC9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Vpipe+Naspipe</a:t>
            </a:r>
            <a:r>
              <a:rPr lang="en-US" dirty="0"/>
              <a:t>: 4D Parallel Training Platform for Complex &amp; Dynamic Big AI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04DB6A-C76A-3E47-99DC-2746616A14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60925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/>
              <a:t>Vpipe</a:t>
            </a:r>
            <a:r>
              <a:rPr lang="en-US" dirty="0"/>
              <a:t> [IEEE TPDS 2021] has already supported 3-D parallelism and in the process of tremendous optimizations</a:t>
            </a:r>
          </a:p>
          <a:p>
            <a:pPr lvl="1"/>
            <a:r>
              <a:rPr lang="en-US" dirty="0"/>
              <a:t>Trained a GPT-2 Large model on 32 V100 GPUs with cutting edge throughput</a:t>
            </a:r>
          </a:p>
          <a:p>
            <a:pPr lvl="1"/>
            <a:r>
              <a:rPr lang="en-US" dirty="0"/>
              <a:t>Used Data parallel, Intra-layer model parallel, and Pipeline parallel</a:t>
            </a:r>
          </a:p>
          <a:p>
            <a:pPr lvl="1"/>
            <a:r>
              <a:rPr lang="en-US" dirty="0"/>
              <a:t>Code link: </a:t>
            </a:r>
            <a:r>
              <a:rPr lang="en-US" dirty="0">
                <a:solidFill>
                  <a:srgbClr val="0070C0"/>
                </a:solidFill>
              </a:rPr>
              <a:t>github.com/</a:t>
            </a:r>
            <a:r>
              <a:rPr lang="en-US" dirty="0" err="1">
                <a:solidFill>
                  <a:srgbClr val="0070C0"/>
                </a:solidFill>
              </a:rPr>
              <a:t>hku</a:t>
            </a:r>
            <a:r>
              <a:rPr lang="en-US" dirty="0">
                <a:solidFill>
                  <a:srgbClr val="0070C0"/>
                </a:solidFill>
              </a:rPr>
              <a:t>-systems/</a:t>
            </a:r>
            <a:r>
              <a:rPr lang="en-US" dirty="0" err="1">
                <a:solidFill>
                  <a:srgbClr val="0070C0"/>
                </a:solidFill>
              </a:rPr>
              <a:t>vpipe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en-US" dirty="0" err="1"/>
              <a:t>Naspipe</a:t>
            </a:r>
            <a:r>
              <a:rPr lang="en-US" dirty="0"/>
              <a:t> [ACM ASPLOS 2022, accepted]: </a:t>
            </a:r>
            <a:r>
              <a:rPr lang="en-US" dirty="0" err="1">
                <a:solidFill>
                  <a:srgbClr val="FF0000"/>
                </a:solidFill>
              </a:rPr>
              <a:t>Supernet</a:t>
            </a:r>
            <a:r>
              <a:rPr lang="en-US" dirty="0">
                <a:solidFill>
                  <a:srgbClr val="FF0000"/>
                </a:solidFill>
              </a:rPr>
              <a:t>-subnet parallel &amp; CSP</a:t>
            </a:r>
          </a:p>
          <a:p>
            <a:pPr lvl="1"/>
            <a:r>
              <a:rPr lang="en-US" dirty="0"/>
              <a:t>We take the first step to propose the 4-th dimension of parallel training in the world</a:t>
            </a:r>
          </a:p>
          <a:p>
            <a:pPr lvl="1"/>
            <a:r>
              <a:rPr lang="en-US" dirty="0"/>
              <a:t>Code link will be released soon (now participating in artifact evaluation)</a:t>
            </a:r>
          </a:p>
          <a:p>
            <a:r>
              <a:rPr lang="en-US" dirty="0"/>
              <a:t>Extend </a:t>
            </a:r>
            <a:r>
              <a:rPr lang="en-US" dirty="0" err="1"/>
              <a:t>Naspipe</a:t>
            </a:r>
            <a:r>
              <a:rPr lang="en-US" dirty="0"/>
              <a:t> for extreme dynamic training processes </a:t>
            </a:r>
          </a:p>
          <a:p>
            <a:pPr lvl="1"/>
            <a:r>
              <a:rPr lang="en-US" dirty="0"/>
              <a:t>E.g., one-shot neural architecture search, mixture of experts, dynamic routing</a:t>
            </a:r>
          </a:p>
          <a:p>
            <a:r>
              <a:rPr lang="en-US" dirty="0"/>
              <a:t>Co-design big model algorithms (e.g., CV) with training</a:t>
            </a:r>
          </a:p>
          <a:p>
            <a:r>
              <a:rPr lang="en-US" dirty="0"/>
              <a:t>Optimize compiler for dynamic training and inference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4C7997-5323-0D4C-B854-0A14CCCAE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FC2E9-8E8C-8247-A50E-F8E5ABE194FE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4430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1657</TotalTime>
  <Words>1896</Words>
  <Application>Microsoft Office PowerPoint</Application>
  <PresentationFormat>宽屏</PresentationFormat>
  <Paragraphs>269</Paragraphs>
  <Slides>23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28" baseType="lpstr">
      <vt:lpstr>Arial</vt:lpstr>
      <vt:lpstr>Calibri</vt:lpstr>
      <vt:lpstr>Calibri Light</vt:lpstr>
      <vt:lpstr>Open Sans</vt:lpstr>
      <vt:lpstr>Office Theme</vt:lpstr>
      <vt:lpstr>Multi-dimensional Parallel Training Systems for Big AI Models </vt:lpstr>
      <vt:lpstr>My Students and Papers Written by Them</vt:lpstr>
      <vt:lpstr>Trends of Machine Learning (ML) models</vt:lpstr>
      <vt:lpstr>Revisit DNN Training</vt:lpstr>
      <vt:lpstr>3D Parallelism Training [a term invented by Stanford, Matei Zaharia’s group]</vt:lpstr>
      <vt:lpstr>vPipe: A Virtualized Acceleration System for Achieving Efficient and Scalable Pipeline Parallel DNN Training (IEEE TPDS 21)</vt:lpstr>
      <vt:lpstr>Pipeline Parallelism</vt:lpstr>
      <vt:lpstr>VPipe: our Pipeline Parallel Training System </vt:lpstr>
      <vt:lpstr>Challenges for Pipeline Parallelism</vt:lpstr>
      <vt:lpstr>Challenges for Pipeline Parallelism</vt:lpstr>
      <vt:lpstr>Challenges for Pipeline Parallelism</vt:lpstr>
      <vt:lpstr>Existing systems </vt:lpstr>
      <vt:lpstr>VPipe in a nutshell</vt:lpstr>
      <vt:lpstr>VPipe Architecture</vt:lpstr>
      <vt:lpstr>Swap, recompute, and partition forms a combinatorial optimization problem</vt:lpstr>
      <vt:lpstr>VPipe’s non-stop&amp;transparent layer migration</vt:lpstr>
      <vt:lpstr>Evaluation Results </vt:lpstr>
      <vt:lpstr>Evaluation Results </vt:lpstr>
      <vt:lpstr>NASPipe: High Performance and Reproducible Pipeline Parallel Supernet Training via Causal Synchronous Parallel (ASPLOS 2022, accepted)</vt:lpstr>
      <vt:lpstr>Big AI Model Training: 4-th (New) Dimension</vt:lpstr>
      <vt:lpstr>NASPipe Arch</vt:lpstr>
      <vt:lpstr>NASPipe Evaluation [to appear in ASPLOS '22]</vt:lpstr>
      <vt:lpstr>Vpipe+Naspipe: 4D Parallel Training Platform for Complex &amp; Dynamic Big AI Models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Pipeline Parallel Systems for Big AI Models </dc:title>
  <dc:creator>1</dc:creator>
  <cp:lastModifiedBy>heming</cp:lastModifiedBy>
  <cp:revision>53</cp:revision>
  <dcterms:created xsi:type="dcterms:W3CDTF">2021-07-18T16:31:24Z</dcterms:created>
  <dcterms:modified xsi:type="dcterms:W3CDTF">2021-12-25T16:43:22Z</dcterms:modified>
</cp:coreProperties>
</file>